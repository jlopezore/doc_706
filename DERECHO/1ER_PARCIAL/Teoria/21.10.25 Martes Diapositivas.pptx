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56" r:id="rId2"/>
    <p:sldId id="263" r:id="rId3"/>
    <p:sldId id="281" r:id="rId4"/>
    <p:sldId id="264" r:id="rId5"/>
    <p:sldId id="265" r:id="rId6"/>
    <p:sldId id="266" r:id="rId7"/>
    <p:sldId id="267" r:id="rId8"/>
    <p:sldId id="268" r:id="rId9"/>
    <p:sldId id="269" r:id="rId10"/>
    <p:sldId id="270" r:id="rId11"/>
    <p:sldId id="271" r:id="rId12"/>
    <p:sldId id="272" r:id="rId13"/>
    <p:sldId id="273" r:id="rId14"/>
    <p:sldId id="274" r:id="rId15"/>
    <p:sldId id="275" r:id="rId16"/>
    <p:sldId id="276" r:id="rId17"/>
    <p:sldId id="277" r:id="rId18"/>
    <p:sldId id="278" r:id="rId19"/>
    <p:sldId id="279" r:id="rId20"/>
    <p:sldId id="280"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1"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RARDO ROBERTO ARAGÓN GONZÁLEZ" userId="08711c7df194d5de" providerId="LiveId" clId="{8A3FB7E3-144D-4980-A3E1-46728D364D9E}"/>
    <pc:docChg chg="undo custSel addSld delSld modSld">
      <pc:chgData name="GERARDO ROBERTO ARAGÓN GONZÁLEZ" userId="08711c7df194d5de" providerId="LiveId" clId="{8A3FB7E3-144D-4980-A3E1-46728D364D9E}" dt="2025-10-21T06:09:42.582" v="276" actId="20577"/>
      <pc:docMkLst>
        <pc:docMk/>
      </pc:docMkLst>
      <pc:sldChg chg="delSp modSp mod">
        <pc:chgData name="GERARDO ROBERTO ARAGÓN GONZÁLEZ" userId="08711c7df194d5de" providerId="LiveId" clId="{8A3FB7E3-144D-4980-A3E1-46728D364D9E}" dt="2025-10-21T05:19:05.069" v="4" actId="2711"/>
        <pc:sldMkLst>
          <pc:docMk/>
          <pc:sldMk cId="46906431" sldId="256"/>
        </pc:sldMkLst>
        <pc:spChg chg="del">
          <ac:chgData name="GERARDO ROBERTO ARAGÓN GONZÁLEZ" userId="08711c7df194d5de" providerId="LiveId" clId="{8A3FB7E3-144D-4980-A3E1-46728D364D9E}" dt="2025-10-21T05:18:42.961" v="2" actId="21"/>
          <ac:spMkLst>
            <pc:docMk/>
            <pc:sldMk cId="46906431" sldId="256"/>
            <ac:spMk id="2" creationId="{ED7EBEB7-0D9F-5233-E973-6F569525DF4A}"/>
          </ac:spMkLst>
        </pc:spChg>
        <pc:spChg chg="mod">
          <ac:chgData name="GERARDO ROBERTO ARAGÓN GONZÁLEZ" userId="08711c7df194d5de" providerId="LiveId" clId="{8A3FB7E3-144D-4980-A3E1-46728D364D9E}" dt="2025-10-21T05:19:05.069" v="4" actId="2711"/>
          <ac:spMkLst>
            <pc:docMk/>
            <pc:sldMk cId="46906431" sldId="256"/>
            <ac:spMk id="3" creationId="{C3D6FE11-4942-F4B1-20C8-5784AC7DE8F9}"/>
          </ac:spMkLst>
        </pc:spChg>
      </pc:sldChg>
      <pc:sldChg chg="del">
        <pc:chgData name="GERARDO ROBERTO ARAGÓN GONZÁLEZ" userId="08711c7df194d5de" providerId="LiveId" clId="{8A3FB7E3-144D-4980-A3E1-46728D364D9E}" dt="2025-10-21T05:19:07.784" v="5" actId="47"/>
        <pc:sldMkLst>
          <pc:docMk/>
          <pc:sldMk cId="3290862694" sldId="257"/>
        </pc:sldMkLst>
      </pc:sldChg>
      <pc:sldChg chg="del">
        <pc:chgData name="GERARDO ROBERTO ARAGÓN GONZÁLEZ" userId="08711c7df194d5de" providerId="LiveId" clId="{8A3FB7E3-144D-4980-A3E1-46728D364D9E}" dt="2025-10-21T05:19:08.406" v="6" actId="47"/>
        <pc:sldMkLst>
          <pc:docMk/>
          <pc:sldMk cId="2894734785" sldId="258"/>
        </pc:sldMkLst>
      </pc:sldChg>
      <pc:sldChg chg="del">
        <pc:chgData name="GERARDO ROBERTO ARAGÓN GONZÁLEZ" userId="08711c7df194d5de" providerId="LiveId" clId="{8A3FB7E3-144D-4980-A3E1-46728D364D9E}" dt="2025-10-21T05:19:08.936" v="7" actId="47"/>
        <pc:sldMkLst>
          <pc:docMk/>
          <pc:sldMk cId="740733614" sldId="259"/>
        </pc:sldMkLst>
      </pc:sldChg>
      <pc:sldChg chg="del">
        <pc:chgData name="GERARDO ROBERTO ARAGÓN GONZÁLEZ" userId="08711c7df194d5de" providerId="LiveId" clId="{8A3FB7E3-144D-4980-A3E1-46728D364D9E}" dt="2025-10-21T05:19:09.528" v="8" actId="47"/>
        <pc:sldMkLst>
          <pc:docMk/>
          <pc:sldMk cId="322589186" sldId="260"/>
        </pc:sldMkLst>
      </pc:sldChg>
      <pc:sldChg chg="del">
        <pc:chgData name="GERARDO ROBERTO ARAGÓN GONZÁLEZ" userId="08711c7df194d5de" providerId="LiveId" clId="{8A3FB7E3-144D-4980-A3E1-46728D364D9E}" dt="2025-10-21T05:19:10.212" v="9" actId="47"/>
        <pc:sldMkLst>
          <pc:docMk/>
          <pc:sldMk cId="1194058217" sldId="261"/>
        </pc:sldMkLst>
      </pc:sldChg>
      <pc:sldChg chg="del">
        <pc:chgData name="GERARDO ROBERTO ARAGÓN GONZÁLEZ" userId="08711c7df194d5de" providerId="LiveId" clId="{8A3FB7E3-144D-4980-A3E1-46728D364D9E}" dt="2025-10-21T05:19:12.068" v="10" actId="47"/>
        <pc:sldMkLst>
          <pc:docMk/>
          <pc:sldMk cId="3153104621" sldId="262"/>
        </pc:sldMkLst>
      </pc:sldChg>
      <pc:sldChg chg="delSp modSp mod">
        <pc:chgData name="GERARDO ROBERTO ARAGÓN GONZÁLEZ" userId="08711c7df194d5de" providerId="LiveId" clId="{8A3FB7E3-144D-4980-A3E1-46728D364D9E}" dt="2025-10-21T05:19:56.864" v="23" actId="20577"/>
        <pc:sldMkLst>
          <pc:docMk/>
          <pc:sldMk cId="3321974347" sldId="263"/>
        </pc:sldMkLst>
        <pc:spChg chg="del mod">
          <ac:chgData name="GERARDO ROBERTO ARAGÓN GONZÁLEZ" userId="08711c7df194d5de" providerId="LiveId" clId="{8A3FB7E3-144D-4980-A3E1-46728D364D9E}" dt="2025-10-21T05:19:25.043" v="14" actId="21"/>
          <ac:spMkLst>
            <pc:docMk/>
            <pc:sldMk cId="3321974347" sldId="263"/>
            <ac:spMk id="2" creationId="{81CE2A0C-AC39-A841-F90B-5AF1B92304FB}"/>
          </ac:spMkLst>
        </pc:spChg>
        <pc:spChg chg="mod">
          <ac:chgData name="GERARDO ROBERTO ARAGÓN GONZÁLEZ" userId="08711c7df194d5de" providerId="LiveId" clId="{8A3FB7E3-144D-4980-A3E1-46728D364D9E}" dt="2025-10-21T05:19:56.864" v="23" actId="20577"/>
          <ac:spMkLst>
            <pc:docMk/>
            <pc:sldMk cId="3321974347" sldId="263"/>
            <ac:spMk id="3" creationId="{01169D2E-9296-8B08-4F0C-BC8C97F94D20}"/>
          </ac:spMkLst>
        </pc:spChg>
      </pc:sldChg>
      <pc:sldChg chg="modSp mod">
        <pc:chgData name="GERARDO ROBERTO ARAGÓN GONZÁLEZ" userId="08711c7df194d5de" providerId="LiveId" clId="{8A3FB7E3-144D-4980-A3E1-46728D364D9E}" dt="2025-10-21T05:46:20.050" v="31" actId="5793"/>
        <pc:sldMkLst>
          <pc:docMk/>
          <pc:sldMk cId="4027734533" sldId="264"/>
        </pc:sldMkLst>
        <pc:spChg chg="mod">
          <ac:chgData name="GERARDO ROBERTO ARAGÓN GONZÁLEZ" userId="08711c7df194d5de" providerId="LiveId" clId="{8A3FB7E3-144D-4980-A3E1-46728D364D9E}" dt="2025-10-21T05:46:05.585" v="26" actId="2711"/>
          <ac:spMkLst>
            <pc:docMk/>
            <pc:sldMk cId="4027734533" sldId="264"/>
            <ac:spMk id="2" creationId="{C12D75EF-3B99-25BB-E397-118CF418593A}"/>
          </ac:spMkLst>
        </pc:spChg>
        <pc:spChg chg="mod">
          <ac:chgData name="GERARDO ROBERTO ARAGÓN GONZÁLEZ" userId="08711c7df194d5de" providerId="LiveId" clId="{8A3FB7E3-144D-4980-A3E1-46728D364D9E}" dt="2025-10-21T05:46:20.050" v="31" actId="5793"/>
          <ac:spMkLst>
            <pc:docMk/>
            <pc:sldMk cId="4027734533" sldId="264"/>
            <ac:spMk id="3" creationId="{02595B41-FC35-CCB1-9C4C-E5F9658F026F}"/>
          </ac:spMkLst>
        </pc:spChg>
      </pc:sldChg>
      <pc:sldChg chg="modSp mod">
        <pc:chgData name="GERARDO ROBERTO ARAGÓN GONZÁLEZ" userId="08711c7df194d5de" providerId="LiveId" clId="{8A3FB7E3-144D-4980-A3E1-46728D364D9E}" dt="2025-10-21T05:47:21.075" v="42" actId="20577"/>
        <pc:sldMkLst>
          <pc:docMk/>
          <pc:sldMk cId="3605066440" sldId="265"/>
        </pc:sldMkLst>
        <pc:spChg chg="mod">
          <ac:chgData name="GERARDO ROBERTO ARAGÓN GONZÁLEZ" userId="08711c7df194d5de" providerId="LiveId" clId="{8A3FB7E3-144D-4980-A3E1-46728D364D9E}" dt="2025-10-21T05:46:48.787" v="34" actId="2711"/>
          <ac:spMkLst>
            <pc:docMk/>
            <pc:sldMk cId="3605066440" sldId="265"/>
            <ac:spMk id="2" creationId="{A4F84220-E57B-8093-822C-4386EA592E3B}"/>
          </ac:spMkLst>
        </pc:spChg>
        <pc:spChg chg="mod">
          <ac:chgData name="GERARDO ROBERTO ARAGÓN GONZÁLEZ" userId="08711c7df194d5de" providerId="LiveId" clId="{8A3FB7E3-144D-4980-A3E1-46728D364D9E}" dt="2025-10-21T05:47:21.075" v="42" actId="20577"/>
          <ac:spMkLst>
            <pc:docMk/>
            <pc:sldMk cId="3605066440" sldId="265"/>
            <ac:spMk id="3" creationId="{1187F739-ADAE-E01F-B1AF-8AC4F3F06554}"/>
          </ac:spMkLst>
        </pc:spChg>
      </pc:sldChg>
      <pc:sldChg chg="modSp mod">
        <pc:chgData name="GERARDO ROBERTO ARAGÓN GONZÁLEZ" userId="08711c7df194d5de" providerId="LiveId" clId="{8A3FB7E3-144D-4980-A3E1-46728D364D9E}" dt="2025-10-21T05:49:56.108" v="49" actId="27636"/>
        <pc:sldMkLst>
          <pc:docMk/>
          <pc:sldMk cId="2340678665" sldId="266"/>
        </pc:sldMkLst>
        <pc:spChg chg="mod">
          <ac:chgData name="GERARDO ROBERTO ARAGÓN GONZÁLEZ" userId="08711c7df194d5de" providerId="LiveId" clId="{8A3FB7E3-144D-4980-A3E1-46728D364D9E}" dt="2025-10-21T05:49:42.498" v="45" actId="2711"/>
          <ac:spMkLst>
            <pc:docMk/>
            <pc:sldMk cId="2340678665" sldId="266"/>
            <ac:spMk id="2" creationId="{E4AF123B-C83D-5D97-A4E7-4A1BCF3A5422}"/>
          </ac:spMkLst>
        </pc:spChg>
        <pc:spChg chg="mod">
          <ac:chgData name="GERARDO ROBERTO ARAGÓN GONZÁLEZ" userId="08711c7df194d5de" providerId="LiveId" clId="{8A3FB7E3-144D-4980-A3E1-46728D364D9E}" dt="2025-10-21T05:49:56.108" v="49" actId="27636"/>
          <ac:spMkLst>
            <pc:docMk/>
            <pc:sldMk cId="2340678665" sldId="266"/>
            <ac:spMk id="3" creationId="{EFAD2D97-C060-AFB2-B61E-7991F100E400}"/>
          </ac:spMkLst>
        </pc:spChg>
      </pc:sldChg>
      <pc:sldChg chg="modSp mod">
        <pc:chgData name="GERARDO ROBERTO ARAGÓN GONZÁLEZ" userId="08711c7df194d5de" providerId="LiveId" clId="{8A3FB7E3-144D-4980-A3E1-46728D364D9E}" dt="2025-10-21T05:51:35.306" v="60" actId="14100"/>
        <pc:sldMkLst>
          <pc:docMk/>
          <pc:sldMk cId="2773276820" sldId="267"/>
        </pc:sldMkLst>
        <pc:spChg chg="mod">
          <ac:chgData name="GERARDO ROBERTO ARAGÓN GONZÁLEZ" userId="08711c7df194d5de" providerId="LiveId" clId="{8A3FB7E3-144D-4980-A3E1-46728D364D9E}" dt="2025-10-21T05:50:21.892" v="54" actId="113"/>
          <ac:spMkLst>
            <pc:docMk/>
            <pc:sldMk cId="2773276820" sldId="267"/>
            <ac:spMk id="2" creationId="{173BBE9B-AE4F-974F-A475-C457A54D3DB2}"/>
          </ac:spMkLst>
        </pc:spChg>
        <pc:spChg chg="mod">
          <ac:chgData name="GERARDO ROBERTO ARAGÓN GONZÁLEZ" userId="08711c7df194d5de" providerId="LiveId" clId="{8A3FB7E3-144D-4980-A3E1-46728D364D9E}" dt="2025-10-21T05:51:35.306" v="60" actId="14100"/>
          <ac:spMkLst>
            <pc:docMk/>
            <pc:sldMk cId="2773276820" sldId="267"/>
            <ac:spMk id="3" creationId="{21E5A900-ABE1-D461-007A-BD5265116BDB}"/>
          </ac:spMkLst>
        </pc:spChg>
      </pc:sldChg>
      <pc:sldChg chg="modSp mod">
        <pc:chgData name="GERARDO ROBERTO ARAGÓN GONZÁLEZ" userId="08711c7df194d5de" providerId="LiveId" clId="{8A3FB7E3-144D-4980-A3E1-46728D364D9E}" dt="2025-10-21T05:51:55.805" v="67" actId="27636"/>
        <pc:sldMkLst>
          <pc:docMk/>
          <pc:sldMk cId="1400234632" sldId="268"/>
        </pc:sldMkLst>
        <pc:spChg chg="mod">
          <ac:chgData name="GERARDO ROBERTO ARAGÓN GONZÁLEZ" userId="08711c7df194d5de" providerId="LiveId" clId="{8A3FB7E3-144D-4980-A3E1-46728D364D9E}" dt="2025-10-21T05:51:48.029" v="63" actId="2711"/>
          <ac:spMkLst>
            <pc:docMk/>
            <pc:sldMk cId="1400234632" sldId="268"/>
            <ac:spMk id="2" creationId="{646233B9-5B38-A3C6-5011-36EA468776AD}"/>
          </ac:spMkLst>
        </pc:spChg>
        <pc:spChg chg="mod">
          <ac:chgData name="GERARDO ROBERTO ARAGÓN GONZÁLEZ" userId="08711c7df194d5de" providerId="LiveId" clId="{8A3FB7E3-144D-4980-A3E1-46728D364D9E}" dt="2025-10-21T05:51:55.805" v="67" actId="27636"/>
          <ac:spMkLst>
            <pc:docMk/>
            <pc:sldMk cId="1400234632" sldId="268"/>
            <ac:spMk id="3" creationId="{9428D819-BBF2-FC7E-923B-70CE1DC02E02}"/>
          </ac:spMkLst>
        </pc:spChg>
      </pc:sldChg>
      <pc:sldChg chg="modSp mod">
        <pc:chgData name="GERARDO ROBERTO ARAGÓN GONZÁLEZ" userId="08711c7df194d5de" providerId="LiveId" clId="{8A3FB7E3-144D-4980-A3E1-46728D364D9E}" dt="2025-10-21T05:52:50.555" v="84" actId="14100"/>
        <pc:sldMkLst>
          <pc:docMk/>
          <pc:sldMk cId="1623581494" sldId="269"/>
        </pc:sldMkLst>
        <pc:spChg chg="mod">
          <ac:chgData name="GERARDO ROBERTO ARAGÓN GONZÁLEZ" userId="08711c7df194d5de" providerId="LiveId" clId="{8A3FB7E3-144D-4980-A3E1-46728D364D9E}" dt="2025-10-21T05:52:21.757" v="74" actId="27636"/>
          <ac:spMkLst>
            <pc:docMk/>
            <pc:sldMk cId="1623581494" sldId="269"/>
            <ac:spMk id="2" creationId="{3EBDF4D5-9DED-64E9-C400-66D6CCCD6C0A}"/>
          </ac:spMkLst>
        </pc:spChg>
        <pc:spChg chg="mod">
          <ac:chgData name="GERARDO ROBERTO ARAGÓN GONZÁLEZ" userId="08711c7df194d5de" providerId="LiveId" clId="{8A3FB7E3-144D-4980-A3E1-46728D364D9E}" dt="2025-10-21T05:52:50.555" v="84" actId="14100"/>
          <ac:spMkLst>
            <pc:docMk/>
            <pc:sldMk cId="1623581494" sldId="269"/>
            <ac:spMk id="3" creationId="{BC6AF8D8-6A6D-4943-D70B-0B01565F235F}"/>
          </ac:spMkLst>
        </pc:spChg>
      </pc:sldChg>
      <pc:sldChg chg="modSp mod">
        <pc:chgData name="GERARDO ROBERTO ARAGÓN GONZÁLEZ" userId="08711c7df194d5de" providerId="LiveId" clId="{8A3FB7E3-144D-4980-A3E1-46728D364D9E}" dt="2025-10-21T05:53:26.070" v="95" actId="27636"/>
        <pc:sldMkLst>
          <pc:docMk/>
          <pc:sldMk cId="3895801809" sldId="270"/>
        </pc:sldMkLst>
        <pc:spChg chg="mod">
          <ac:chgData name="GERARDO ROBERTO ARAGÓN GONZÁLEZ" userId="08711c7df194d5de" providerId="LiveId" clId="{8A3FB7E3-144D-4980-A3E1-46728D364D9E}" dt="2025-10-21T05:53:06.327" v="87" actId="2711"/>
          <ac:spMkLst>
            <pc:docMk/>
            <pc:sldMk cId="3895801809" sldId="270"/>
            <ac:spMk id="2" creationId="{AB580CFD-80A7-8BAA-CB8B-718C8A7E90D5}"/>
          </ac:spMkLst>
        </pc:spChg>
        <pc:spChg chg="mod">
          <ac:chgData name="GERARDO ROBERTO ARAGÓN GONZÁLEZ" userId="08711c7df194d5de" providerId="LiveId" clId="{8A3FB7E3-144D-4980-A3E1-46728D364D9E}" dt="2025-10-21T05:53:26.070" v="95" actId="27636"/>
          <ac:spMkLst>
            <pc:docMk/>
            <pc:sldMk cId="3895801809" sldId="270"/>
            <ac:spMk id="3" creationId="{7FA33041-4E49-6889-974F-FDB7F8F81752}"/>
          </ac:spMkLst>
        </pc:spChg>
      </pc:sldChg>
      <pc:sldChg chg="modSp mod">
        <pc:chgData name="GERARDO ROBERTO ARAGÓN GONZÁLEZ" userId="08711c7df194d5de" providerId="LiveId" clId="{8A3FB7E3-144D-4980-A3E1-46728D364D9E}" dt="2025-10-21T05:56:18.909" v="107" actId="242"/>
        <pc:sldMkLst>
          <pc:docMk/>
          <pc:sldMk cId="2356120491" sldId="271"/>
        </pc:sldMkLst>
        <pc:spChg chg="mod">
          <ac:chgData name="GERARDO ROBERTO ARAGÓN GONZÁLEZ" userId="08711c7df194d5de" providerId="LiveId" clId="{8A3FB7E3-144D-4980-A3E1-46728D364D9E}" dt="2025-10-21T05:56:03.693" v="103" actId="113"/>
          <ac:spMkLst>
            <pc:docMk/>
            <pc:sldMk cId="2356120491" sldId="271"/>
            <ac:spMk id="2" creationId="{4D9C569A-B514-AAA2-A0A8-528E08F04DD6}"/>
          </ac:spMkLst>
        </pc:spChg>
        <pc:spChg chg="mod">
          <ac:chgData name="GERARDO ROBERTO ARAGÓN GONZÁLEZ" userId="08711c7df194d5de" providerId="LiveId" clId="{8A3FB7E3-144D-4980-A3E1-46728D364D9E}" dt="2025-10-21T05:56:18.909" v="107" actId="242"/>
          <ac:spMkLst>
            <pc:docMk/>
            <pc:sldMk cId="2356120491" sldId="271"/>
            <ac:spMk id="3" creationId="{1943B8B3-CD71-B277-A708-603CB3E65C5C}"/>
          </ac:spMkLst>
        </pc:spChg>
      </pc:sldChg>
      <pc:sldChg chg="modSp mod">
        <pc:chgData name="GERARDO ROBERTO ARAGÓN GONZÁLEZ" userId="08711c7df194d5de" providerId="LiveId" clId="{8A3FB7E3-144D-4980-A3E1-46728D364D9E}" dt="2025-10-21T05:57:08.088" v="119" actId="27636"/>
        <pc:sldMkLst>
          <pc:docMk/>
          <pc:sldMk cId="4087572388" sldId="272"/>
        </pc:sldMkLst>
        <pc:spChg chg="mod">
          <ac:chgData name="GERARDO ROBERTO ARAGÓN GONZÁLEZ" userId="08711c7df194d5de" providerId="LiveId" clId="{8A3FB7E3-144D-4980-A3E1-46728D364D9E}" dt="2025-10-21T05:56:51.282" v="110" actId="2711"/>
          <ac:spMkLst>
            <pc:docMk/>
            <pc:sldMk cId="4087572388" sldId="272"/>
            <ac:spMk id="2" creationId="{BB79BD21-DDDC-927A-5B09-B75576E10C8F}"/>
          </ac:spMkLst>
        </pc:spChg>
        <pc:spChg chg="mod">
          <ac:chgData name="GERARDO ROBERTO ARAGÓN GONZÁLEZ" userId="08711c7df194d5de" providerId="LiveId" clId="{8A3FB7E3-144D-4980-A3E1-46728D364D9E}" dt="2025-10-21T05:57:08.088" v="119" actId="27636"/>
          <ac:spMkLst>
            <pc:docMk/>
            <pc:sldMk cId="4087572388" sldId="272"/>
            <ac:spMk id="3" creationId="{4923D4FA-0D59-B2F9-53C4-3B6FFA9BD82C}"/>
          </ac:spMkLst>
        </pc:spChg>
      </pc:sldChg>
      <pc:sldChg chg="modSp mod">
        <pc:chgData name="GERARDO ROBERTO ARAGÓN GONZÁLEZ" userId="08711c7df194d5de" providerId="LiveId" clId="{8A3FB7E3-144D-4980-A3E1-46728D364D9E}" dt="2025-10-21T05:57:39.315" v="128" actId="27636"/>
        <pc:sldMkLst>
          <pc:docMk/>
          <pc:sldMk cId="763686660" sldId="273"/>
        </pc:sldMkLst>
        <pc:spChg chg="mod">
          <ac:chgData name="GERARDO ROBERTO ARAGÓN GONZÁLEZ" userId="08711c7df194d5de" providerId="LiveId" clId="{8A3FB7E3-144D-4980-A3E1-46728D364D9E}" dt="2025-10-21T05:57:30.280" v="123" actId="2711"/>
          <ac:spMkLst>
            <pc:docMk/>
            <pc:sldMk cId="763686660" sldId="273"/>
            <ac:spMk id="2" creationId="{A638A384-E5FC-164D-FEF7-0E0FA6F7827F}"/>
          </ac:spMkLst>
        </pc:spChg>
        <pc:spChg chg="mod">
          <ac:chgData name="GERARDO ROBERTO ARAGÓN GONZÁLEZ" userId="08711c7df194d5de" providerId="LiveId" clId="{8A3FB7E3-144D-4980-A3E1-46728D364D9E}" dt="2025-10-21T05:57:39.315" v="128" actId="27636"/>
          <ac:spMkLst>
            <pc:docMk/>
            <pc:sldMk cId="763686660" sldId="273"/>
            <ac:spMk id="3" creationId="{A2F01CFE-E7E3-68D3-CB0F-61B19138BCB0}"/>
          </ac:spMkLst>
        </pc:spChg>
      </pc:sldChg>
      <pc:sldChg chg="delSp modSp new mod">
        <pc:chgData name="GERARDO ROBERTO ARAGÓN GONZÁLEZ" userId="08711c7df194d5de" providerId="LiveId" clId="{8A3FB7E3-144D-4980-A3E1-46728D364D9E}" dt="2025-10-21T06:00:45.501" v="149" actId="255"/>
        <pc:sldMkLst>
          <pc:docMk/>
          <pc:sldMk cId="1383094489" sldId="274"/>
        </pc:sldMkLst>
        <pc:spChg chg="del">
          <ac:chgData name="GERARDO ROBERTO ARAGÓN GONZÁLEZ" userId="08711c7df194d5de" providerId="LiveId" clId="{8A3FB7E3-144D-4980-A3E1-46728D364D9E}" dt="2025-10-21T06:00:20.188" v="130" actId="21"/>
          <ac:spMkLst>
            <pc:docMk/>
            <pc:sldMk cId="1383094489" sldId="274"/>
            <ac:spMk id="2" creationId="{3371CDD0-57BE-7999-CD57-95D848BBA94E}"/>
          </ac:spMkLst>
        </pc:spChg>
        <pc:spChg chg="mod">
          <ac:chgData name="GERARDO ROBERTO ARAGÓN GONZÁLEZ" userId="08711c7df194d5de" providerId="LiveId" clId="{8A3FB7E3-144D-4980-A3E1-46728D364D9E}" dt="2025-10-21T06:00:45.501" v="149" actId="255"/>
          <ac:spMkLst>
            <pc:docMk/>
            <pc:sldMk cId="1383094489" sldId="274"/>
            <ac:spMk id="3" creationId="{FFE898D1-673E-5390-53CC-1EE720A16A34}"/>
          </ac:spMkLst>
        </pc:spChg>
      </pc:sldChg>
      <pc:sldChg chg="modSp add mod">
        <pc:chgData name="GERARDO ROBERTO ARAGÓN GONZÁLEZ" userId="08711c7df194d5de" providerId="LiveId" clId="{8A3FB7E3-144D-4980-A3E1-46728D364D9E}" dt="2025-10-21T06:02:45.282" v="166" actId="113"/>
        <pc:sldMkLst>
          <pc:docMk/>
          <pc:sldMk cId="1864346031" sldId="275"/>
        </pc:sldMkLst>
        <pc:spChg chg="mod">
          <ac:chgData name="GERARDO ROBERTO ARAGÓN GONZÁLEZ" userId="08711c7df194d5de" providerId="LiveId" clId="{8A3FB7E3-144D-4980-A3E1-46728D364D9E}" dt="2025-10-21T06:02:45.282" v="166" actId="113"/>
          <ac:spMkLst>
            <pc:docMk/>
            <pc:sldMk cId="1864346031" sldId="275"/>
            <ac:spMk id="3" creationId="{FFE898D1-673E-5390-53CC-1EE720A16A34}"/>
          </ac:spMkLst>
        </pc:spChg>
      </pc:sldChg>
      <pc:sldChg chg="modSp add mod">
        <pc:chgData name="GERARDO ROBERTO ARAGÓN GONZÁLEZ" userId="08711c7df194d5de" providerId="LiveId" clId="{8A3FB7E3-144D-4980-A3E1-46728D364D9E}" dt="2025-10-21T06:04:14.028" v="182" actId="20577"/>
        <pc:sldMkLst>
          <pc:docMk/>
          <pc:sldMk cId="3198862836" sldId="276"/>
        </pc:sldMkLst>
        <pc:spChg chg="mod">
          <ac:chgData name="GERARDO ROBERTO ARAGÓN GONZÁLEZ" userId="08711c7df194d5de" providerId="LiveId" clId="{8A3FB7E3-144D-4980-A3E1-46728D364D9E}" dt="2025-10-21T06:04:14.028" v="182" actId="20577"/>
          <ac:spMkLst>
            <pc:docMk/>
            <pc:sldMk cId="3198862836" sldId="276"/>
            <ac:spMk id="3" creationId="{FFE898D1-673E-5390-53CC-1EE720A16A34}"/>
          </ac:spMkLst>
        </pc:spChg>
      </pc:sldChg>
      <pc:sldChg chg="new del">
        <pc:chgData name="GERARDO ROBERTO ARAGÓN GONZÁLEZ" userId="08711c7df194d5de" providerId="LiveId" clId="{8A3FB7E3-144D-4980-A3E1-46728D364D9E}" dt="2025-10-21T06:03:17.740" v="170" actId="680"/>
        <pc:sldMkLst>
          <pc:docMk/>
          <pc:sldMk cId="2212026090" sldId="277"/>
        </pc:sldMkLst>
      </pc:sldChg>
      <pc:sldChg chg="modSp add mod">
        <pc:chgData name="GERARDO ROBERTO ARAGÓN GONZÁLEZ" userId="08711c7df194d5de" providerId="LiveId" clId="{8A3FB7E3-144D-4980-A3E1-46728D364D9E}" dt="2025-10-21T06:05:22.400" v="194" actId="255"/>
        <pc:sldMkLst>
          <pc:docMk/>
          <pc:sldMk cId="2547185459" sldId="277"/>
        </pc:sldMkLst>
        <pc:spChg chg="mod">
          <ac:chgData name="GERARDO ROBERTO ARAGÓN GONZÁLEZ" userId="08711c7df194d5de" providerId="LiveId" clId="{8A3FB7E3-144D-4980-A3E1-46728D364D9E}" dt="2025-10-21T06:05:22.400" v="194" actId="255"/>
          <ac:spMkLst>
            <pc:docMk/>
            <pc:sldMk cId="2547185459" sldId="277"/>
            <ac:spMk id="3" creationId="{FFE898D1-673E-5390-53CC-1EE720A16A34}"/>
          </ac:spMkLst>
        </pc:spChg>
      </pc:sldChg>
      <pc:sldChg chg="modSp add mod">
        <pc:chgData name="GERARDO ROBERTO ARAGÓN GONZÁLEZ" userId="08711c7df194d5de" providerId="LiveId" clId="{8A3FB7E3-144D-4980-A3E1-46728D364D9E}" dt="2025-10-21T06:07:12.292" v="230" actId="20577"/>
        <pc:sldMkLst>
          <pc:docMk/>
          <pc:sldMk cId="2295362011" sldId="278"/>
        </pc:sldMkLst>
        <pc:spChg chg="mod">
          <ac:chgData name="GERARDO ROBERTO ARAGÓN GONZÁLEZ" userId="08711c7df194d5de" providerId="LiveId" clId="{8A3FB7E3-144D-4980-A3E1-46728D364D9E}" dt="2025-10-21T06:07:12.292" v="230" actId="20577"/>
          <ac:spMkLst>
            <pc:docMk/>
            <pc:sldMk cId="2295362011" sldId="278"/>
            <ac:spMk id="3" creationId="{FFE898D1-673E-5390-53CC-1EE720A16A34}"/>
          </ac:spMkLst>
        </pc:spChg>
      </pc:sldChg>
      <pc:sldChg chg="modSp add mod">
        <pc:chgData name="GERARDO ROBERTO ARAGÓN GONZÁLEZ" userId="08711c7df194d5de" providerId="LiveId" clId="{8A3FB7E3-144D-4980-A3E1-46728D364D9E}" dt="2025-10-21T06:08:38.532" v="242" actId="20577"/>
        <pc:sldMkLst>
          <pc:docMk/>
          <pc:sldMk cId="3340025529" sldId="279"/>
        </pc:sldMkLst>
        <pc:spChg chg="mod">
          <ac:chgData name="GERARDO ROBERTO ARAGÓN GONZÁLEZ" userId="08711c7df194d5de" providerId="LiveId" clId="{8A3FB7E3-144D-4980-A3E1-46728D364D9E}" dt="2025-10-21T06:08:38.532" v="242" actId="20577"/>
          <ac:spMkLst>
            <pc:docMk/>
            <pc:sldMk cId="3340025529" sldId="279"/>
            <ac:spMk id="3" creationId="{FFE898D1-673E-5390-53CC-1EE720A16A34}"/>
          </ac:spMkLst>
        </pc:spChg>
      </pc:sldChg>
      <pc:sldChg chg="modSp add mod">
        <pc:chgData name="GERARDO ROBERTO ARAGÓN GONZÁLEZ" userId="08711c7df194d5de" providerId="LiveId" clId="{8A3FB7E3-144D-4980-A3E1-46728D364D9E}" dt="2025-10-21T06:09:42.582" v="276" actId="20577"/>
        <pc:sldMkLst>
          <pc:docMk/>
          <pc:sldMk cId="3396132530" sldId="280"/>
        </pc:sldMkLst>
        <pc:spChg chg="mod">
          <ac:chgData name="GERARDO ROBERTO ARAGÓN GONZÁLEZ" userId="08711c7df194d5de" providerId="LiveId" clId="{8A3FB7E3-144D-4980-A3E1-46728D364D9E}" dt="2025-10-21T06:09:42.582" v="276" actId="20577"/>
          <ac:spMkLst>
            <pc:docMk/>
            <pc:sldMk cId="3396132530" sldId="280"/>
            <ac:spMk id="3" creationId="{FFE898D1-673E-5390-53CC-1EE720A16A34}"/>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3E0441D-C455-45AE-BED0-1CC3D24710E1}" type="datetimeFigureOut">
              <a:rPr lang="es-MX" smtClean="0"/>
              <a:t>21/10/2025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7706FA9-4E9C-4D1A-9CB3-2A53458C9BC2}" type="slidenum">
              <a:rPr lang="es-MX" smtClean="0"/>
              <a:t>‹Nº›</a:t>
            </a:fld>
            <a:endParaRPr lang="es-MX"/>
          </a:p>
        </p:txBody>
      </p:sp>
    </p:spTree>
    <p:extLst>
      <p:ext uri="{BB962C8B-B14F-4D97-AF65-F5344CB8AC3E}">
        <p14:creationId xmlns:p14="http://schemas.microsoft.com/office/powerpoint/2010/main" val="810284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3E0441D-C455-45AE-BED0-1CC3D24710E1}" type="datetimeFigureOut">
              <a:rPr lang="es-MX" smtClean="0"/>
              <a:t>21/10/2025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7706FA9-4E9C-4D1A-9CB3-2A53458C9BC2}" type="slidenum">
              <a:rPr lang="es-MX" smtClean="0"/>
              <a:t>‹Nº›</a:t>
            </a:fld>
            <a:endParaRPr lang="es-MX"/>
          </a:p>
        </p:txBody>
      </p:sp>
    </p:spTree>
    <p:extLst>
      <p:ext uri="{BB962C8B-B14F-4D97-AF65-F5344CB8AC3E}">
        <p14:creationId xmlns:p14="http://schemas.microsoft.com/office/powerpoint/2010/main" val="3007458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3E0441D-C455-45AE-BED0-1CC3D24710E1}" type="datetimeFigureOut">
              <a:rPr lang="es-MX" smtClean="0"/>
              <a:t>21/10/2025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7706FA9-4E9C-4D1A-9CB3-2A53458C9BC2}" type="slidenum">
              <a:rPr lang="es-MX" smtClean="0"/>
              <a:t>‹Nº›</a:t>
            </a:fld>
            <a:endParaRPr lang="es-MX"/>
          </a:p>
        </p:txBody>
      </p:sp>
    </p:spTree>
    <p:extLst>
      <p:ext uri="{BB962C8B-B14F-4D97-AF65-F5344CB8AC3E}">
        <p14:creationId xmlns:p14="http://schemas.microsoft.com/office/powerpoint/2010/main" val="32649405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A3E0441D-C455-45AE-BED0-1CC3D24710E1}" type="datetimeFigureOut">
              <a:rPr lang="es-MX" smtClean="0"/>
              <a:t>21/10/2025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B7706FA9-4E9C-4D1A-9CB3-2A53458C9BC2}" type="slidenum">
              <a:rPr lang="es-MX" smtClean="0"/>
              <a:t>‹Nº›</a:t>
            </a:fld>
            <a:endParaRPr lang="es-MX"/>
          </a:p>
        </p:txBody>
      </p:sp>
    </p:spTree>
    <p:extLst>
      <p:ext uri="{BB962C8B-B14F-4D97-AF65-F5344CB8AC3E}">
        <p14:creationId xmlns:p14="http://schemas.microsoft.com/office/powerpoint/2010/main" val="19672717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Content Placeholder 3"/>
          <p:cNvSpPr>
            <a:spLocks noGrp="1"/>
          </p:cNvSpPr>
          <p:nvPr>
            <p:ph sz="quarter" idx="13"/>
          </p:nvPr>
        </p:nvSpPr>
        <p:spPr>
          <a:xfrm>
            <a:off x="913774" y="3051012"/>
            <a:ext cx="5106027"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3" name="Content Placeholder 5"/>
          <p:cNvSpPr>
            <a:spLocks noGrp="1"/>
          </p:cNvSpPr>
          <p:nvPr>
            <p:ph sz="quarter" idx="14"/>
          </p:nvPr>
        </p:nvSpPr>
        <p:spPr>
          <a:xfrm>
            <a:off x="6172200" y="3051012"/>
            <a:ext cx="5105401"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A3E0441D-C455-45AE-BED0-1CC3D24710E1}" type="datetimeFigureOut">
              <a:rPr lang="es-MX" smtClean="0"/>
              <a:t>21/10/2025</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B7706FA9-4E9C-4D1A-9CB3-2A53458C9BC2}" type="slidenum">
              <a:rPr lang="es-MX" smtClean="0"/>
              <a:t>‹Nº›</a:t>
            </a:fld>
            <a:endParaRPr lang="es-MX"/>
          </a:p>
        </p:txBody>
      </p:sp>
    </p:spTree>
    <p:extLst>
      <p:ext uri="{BB962C8B-B14F-4D97-AF65-F5344CB8AC3E}">
        <p14:creationId xmlns:p14="http://schemas.microsoft.com/office/powerpoint/2010/main" val="34965953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A3E0441D-C455-45AE-BED0-1CC3D24710E1}" type="datetimeFigureOut">
              <a:rPr lang="es-MX" smtClean="0"/>
              <a:t>21/10/2025</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B7706FA9-4E9C-4D1A-9CB3-2A53458C9BC2}" type="slidenum">
              <a:rPr lang="es-MX" smtClean="0"/>
              <a:t>‹Nº›</a:t>
            </a:fld>
            <a:endParaRPr lang="es-MX"/>
          </a:p>
        </p:txBody>
      </p:sp>
    </p:spTree>
    <p:extLst>
      <p:ext uri="{BB962C8B-B14F-4D97-AF65-F5344CB8AC3E}">
        <p14:creationId xmlns:p14="http://schemas.microsoft.com/office/powerpoint/2010/main" val="8592804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A3E0441D-C455-45AE-BED0-1CC3D24710E1}" type="datetimeFigureOut">
              <a:rPr lang="es-MX" smtClean="0"/>
              <a:t>21/10/2025</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B7706FA9-4E9C-4D1A-9CB3-2A53458C9BC2}" type="slidenum">
              <a:rPr lang="es-MX" smtClean="0"/>
              <a:t>‹Nº›</a:t>
            </a:fld>
            <a:endParaRPr lang="es-MX"/>
          </a:p>
        </p:txBody>
      </p:sp>
    </p:spTree>
    <p:extLst>
      <p:ext uri="{BB962C8B-B14F-4D97-AF65-F5344CB8AC3E}">
        <p14:creationId xmlns:p14="http://schemas.microsoft.com/office/powerpoint/2010/main" val="1198877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s-ES"/>
              <a:t>Haga clic para modificar el estilo de título del patrón</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3E0441D-C455-45AE-BED0-1CC3D24710E1}" type="datetimeFigureOut">
              <a:rPr lang="es-MX" smtClean="0"/>
              <a:t>21/10/2025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B7706FA9-4E9C-4D1A-9CB3-2A53458C9BC2}" type="slidenum">
              <a:rPr lang="es-MX" smtClean="0"/>
              <a:t>‹Nº›</a:t>
            </a:fld>
            <a:endParaRPr lang="es-MX"/>
          </a:p>
        </p:txBody>
      </p:sp>
    </p:spTree>
    <p:extLst>
      <p:ext uri="{BB962C8B-B14F-4D97-AF65-F5344CB8AC3E}">
        <p14:creationId xmlns:p14="http://schemas.microsoft.com/office/powerpoint/2010/main" val="25903885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3E0441D-C455-45AE-BED0-1CC3D24710E1}" type="datetimeFigureOut">
              <a:rPr lang="es-MX" smtClean="0"/>
              <a:t>21/10/2025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B7706FA9-4E9C-4D1A-9CB3-2A53458C9BC2}" type="slidenum">
              <a:rPr lang="es-MX" smtClean="0"/>
              <a:t>‹Nº›</a:t>
            </a:fld>
            <a:endParaRPr lang="es-MX"/>
          </a:p>
        </p:txBody>
      </p:sp>
    </p:spTree>
    <p:extLst>
      <p:ext uri="{BB962C8B-B14F-4D97-AF65-F5344CB8AC3E}">
        <p14:creationId xmlns:p14="http://schemas.microsoft.com/office/powerpoint/2010/main" val="4171884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3E0441D-C455-45AE-BED0-1CC3D24710E1}" type="datetimeFigureOut">
              <a:rPr lang="es-MX" smtClean="0"/>
              <a:t>21/10/2025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B7706FA9-4E9C-4D1A-9CB3-2A53458C9BC2}" type="slidenum">
              <a:rPr lang="es-MX" smtClean="0"/>
              <a:t>‹Nº›</a:t>
            </a:fld>
            <a:endParaRPr lang="es-MX"/>
          </a:p>
        </p:txBody>
      </p:sp>
    </p:spTree>
    <p:extLst>
      <p:ext uri="{BB962C8B-B14F-4D97-AF65-F5344CB8AC3E}">
        <p14:creationId xmlns:p14="http://schemas.microsoft.com/office/powerpoint/2010/main" val="32129627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3E0441D-C455-45AE-BED0-1CC3D24710E1}" type="datetimeFigureOut">
              <a:rPr lang="es-MX" smtClean="0"/>
              <a:t>21/10/2025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B7706FA9-4E9C-4D1A-9CB3-2A53458C9BC2}" type="slidenum">
              <a:rPr lang="es-MX" smtClean="0"/>
              <a:t>‹Nº›</a:t>
            </a:fld>
            <a:endParaRPr lang="es-MX"/>
          </a:p>
        </p:txBody>
      </p:sp>
    </p:spTree>
    <p:extLst>
      <p:ext uri="{BB962C8B-B14F-4D97-AF65-F5344CB8AC3E}">
        <p14:creationId xmlns:p14="http://schemas.microsoft.com/office/powerpoint/2010/main" val="29958281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3E0441D-C455-45AE-BED0-1CC3D24710E1}" type="datetimeFigureOut">
              <a:rPr lang="es-MX" smtClean="0"/>
              <a:t>21/10/2025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B7706FA9-4E9C-4D1A-9CB3-2A53458C9BC2}" type="slidenum">
              <a:rPr lang="es-MX" smtClean="0"/>
              <a:t>‹Nº›</a:t>
            </a:fld>
            <a:endParaRPr lang="es-MX"/>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6305670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3E0441D-C455-45AE-BED0-1CC3D24710E1}" type="datetimeFigureOut">
              <a:rPr lang="es-MX" smtClean="0"/>
              <a:t>21/10/2025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B7706FA9-4E9C-4D1A-9CB3-2A53458C9BC2}" type="slidenum">
              <a:rPr lang="es-MX" smtClean="0"/>
              <a:t>‹Nº›</a:t>
            </a:fld>
            <a:endParaRPr lang="es-MX"/>
          </a:p>
        </p:txBody>
      </p:sp>
    </p:spTree>
    <p:extLst>
      <p:ext uri="{BB962C8B-B14F-4D97-AF65-F5344CB8AC3E}">
        <p14:creationId xmlns:p14="http://schemas.microsoft.com/office/powerpoint/2010/main" val="23259883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A3E0441D-C455-45AE-BED0-1CC3D24710E1}" type="datetimeFigureOut">
              <a:rPr lang="es-MX" smtClean="0"/>
              <a:t>21/10/2025</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B7706FA9-4E9C-4D1A-9CB3-2A53458C9BC2}" type="slidenum">
              <a:rPr lang="es-MX" smtClean="0"/>
              <a:t>‹Nº›</a:t>
            </a:fld>
            <a:endParaRPr lang="es-MX"/>
          </a:p>
        </p:txBody>
      </p:sp>
    </p:spTree>
    <p:extLst>
      <p:ext uri="{BB962C8B-B14F-4D97-AF65-F5344CB8AC3E}">
        <p14:creationId xmlns:p14="http://schemas.microsoft.com/office/powerpoint/2010/main" val="1856607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A3E0441D-C455-45AE-BED0-1CC3D24710E1}" type="datetimeFigureOut">
              <a:rPr lang="es-MX" smtClean="0"/>
              <a:t>21/10/2025</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B7706FA9-4E9C-4D1A-9CB3-2A53458C9BC2}" type="slidenum">
              <a:rPr lang="es-MX" smtClean="0"/>
              <a:t>‹Nº›</a:t>
            </a:fld>
            <a:endParaRPr lang="es-MX"/>
          </a:p>
        </p:txBody>
      </p:sp>
    </p:spTree>
    <p:extLst>
      <p:ext uri="{BB962C8B-B14F-4D97-AF65-F5344CB8AC3E}">
        <p14:creationId xmlns:p14="http://schemas.microsoft.com/office/powerpoint/2010/main" val="40974014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3E0441D-C455-45AE-BED0-1CC3D24710E1}" type="datetimeFigureOut">
              <a:rPr lang="es-MX" smtClean="0"/>
              <a:t>21/10/2025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7706FA9-4E9C-4D1A-9CB3-2A53458C9BC2}" type="slidenum">
              <a:rPr lang="es-MX" smtClean="0"/>
              <a:t>‹Nº›</a:t>
            </a:fld>
            <a:endParaRPr lang="es-MX"/>
          </a:p>
        </p:txBody>
      </p:sp>
    </p:spTree>
    <p:extLst>
      <p:ext uri="{BB962C8B-B14F-4D97-AF65-F5344CB8AC3E}">
        <p14:creationId xmlns:p14="http://schemas.microsoft.com/office/powerpoint/2010/main" val="35702708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s-ES"/>
              <a:t>Haga clic para modificar el estilo de título del patrón</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3E0441D-C455-45AE-BED0-1CC3D24710E1}" type="datetimeFigureOut">
              <a:rPr lang="es-MX" smtClean="0"/>
              <a:t>21/10/2025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7706FA9-4E9C-4D1A-9CB3-2A53458C9BC2}" type="slidenum">
              <a:rPr lang="es-MX" smtClean="0"/>
              <a:t>‹Nº›</a:t>
            </a:fld>
            <a:endParaRPr lang="es-MX"/>
          </a:p>
        </p:txBody>
      </p:sp>
    </p:spTree>
    <p:extLst>
      <p:ext uri="{BB962C8B-B14F-4D97-AF65-F5344CB8AC3E}">
        <p14:creationId xmlns:p14="http://schemas.microsoft.com/office/powerpoint/2010/main" val="37671663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Título y text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0359FC-9C74-3BBB-3006-1F8526C055A1}"/>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9EEECEC-B2A2-FA23-817A-3103C129FE19}"/>
              </a:ext>
            </a:extLst>
          </p:cNvPr>
          <p:cNvSpPr>
            <a:spLocks noGrp="1"/>
          </p:cNvSpPr>
          <p:nvPr>
            <p:ph type="body"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1E879091-E2FE-CA65-B00C-3ED13510AB0A}"/>
              </a:ext>
            </a:extLst>
          </p:cNvPr>
          <p:cNvSpPr>
            <a:spLocks noGrp="1"/>
          </p:cNvSpPr>
          <p:nvPr>
            <p:ph type="dt" sz="half" idx="10"/>
          </p:nvPr>
        </p:nvSpPr>
        <p:spPr/>
        <p:txBody>
          <a:bodyPr/>
          <a:lstStyle/>
          <a:p>
            <a:fld id="{A3E0441D-C455-45AE-BED0-1CC3D24710E1}" type="datetimeFigureOut">
              <a:rPr lang="es-MX" smtClean="0"/>
              <a:t>21/10/2025</a:t>
            </a:fld>
            <a:endParaRPr lang="es-MX"/>
          </a:p>
        </p:txBody>
      </p:sp>
      <p:sp>
        <p:nvSpPr>
          <p:cNvPr id="5" name="Marcador de pie de página 4">
            <a:extLst>
              <a:ext uri="{FF2B5EF4-FFF2-40B4-BE49-F238E27FC236}">
                <a16:creationId xmlns:a16="http://schemas.microsoft.com/office/drawing/2014/main" id="{8D119C30-9B86-CC98-4C1B-745E60C8E43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9A5557E-3E94-5AC5-4384-330DF40BE2FE}"/>
              </a:ext>
            </a:extLst>
          </p:cNvPr>
          <p:cNvSpPr>
            <a:spLocks noGrp="1"/>
          </p:cNvSpPr>
          <p:nvPr>
            <p:ph type="sldNum" sz="quarter" idx="12"/>
          </p:nvPr>
        </p:nvSpPr>
        <p:spPr/>
        <p:txBody>
          <a:bodyPr/>
          <a:lstStyle/>
          <a:p>
            <a:fld id="{B7706FA9-4E9C-4D1A-9CB3-2A53458C9BC2}" type="slidenum">
              <a:rPr lang="es-MX" smtClean="0"/>
              <a:t>‹Nº›</a:t>
            </a:fld>
            <a:endParaRPr lang="es-MX"/>
          </a:p>
        </p:txBody>
      </p:sp>
    </p:spTree>
    <p:extLst>
      <p:ext uri="{BB962C8B-B14F-4D97-AF65-F5344CB8AC3E}">
        <p14:creationId xmlns:p14="http://schemas.microsoft.com/office/powerpoint/2010/main" val="3969084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A3E0441D-C455-45AE-BED0-1CC3D24710E1}" type="datetimeFigureOut">
              <a:rPr lang="es-MX" smtClean="0"/>
              <a:t>21/10/2025</a:t>
            </a:fld>
            <a:endParaRPr lang="es-MX"/>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s-MX"/>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B7706FA9-4E9C-4D1A-9CB3-2A53458C9BC2}" type="slidenum">
              <a:rPr lang="es-MX" smtClean="0"/>
              <a:t>‹Nº›</a:t>
            </a:fld>
            <a:endParaRPr lang="es-MX"/>
          </a:p>
        </p:txBody>
      </p:sp>
    </p:spTree>
    <p:extLst>
      <p:ext uri="{BB962C8B-B14F-4D97-AF65-F5344CB8AC3E}">
        <p14:creationId xmlns:p14="http://schemas.microsoft.com/office/powerpoint/2010/main" val="102422321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C3D6FE11-4942-F4B1-20C8-5784AC7DE8F9}"/>
              </a:ext>
            </a:extLst>
          </p:cNvPr>
          <p:cNvSpPr>
            <a:spLocks noGrp="1"/>
          </p:cNvSpPr>
          <p:nvPr>
            <p:ph type="body" idx="1"/>
          </p:nvPr>
        </p:nvSpPr>
        <p:spPr>
          <a:xfrm>
            <a:off x="913775" y="1124263"/>
            <a:ext cx="10364452" cy="4666938"/>
          </a:xfrm>
        </p:spPr>
        <p:txBody>
          <a:bodyPr anchor="ctr">
            <a:normAutofit/>
          </a:bodyPr>
          <a:lstStyle/>
          <a:p>
            <a:pPr marL="0" indent="0" algn="ctr">
              <a:buNone/>
            </a:pPr>
            <a:r>
              <a:rPr lang="es-ES" sz="2800" b="0" i="0" u="none" strike="noStrike" kern="100" baseline="0" dirty="0">
                <a:solidFill>
                  <a:srgbClr val="0F4761"/>
                </a:solidFill>
                <a:latin typeface="Century Gothic" panose="020B0502020202020204" pitchFamily="34" charset="0"/>
              </a:rPr>
              <a:t>EL PANORAMA ACTUAL DE LA PRUEBA DIGITAL EN EL CONTEXTO DE LA</a:t>
            </a:r>
          </a:p>
          <a:p>
            <a:pPr marL="0" indent="0" algn="ctr">
              <a:buNone/>
            </a:pPr>
            <a:r>
              <a:rPr lang="es-ES" sz="2800" b="0" i="0" u="none" strike="noStrike" kern="100" baseline="0" dirty="0">
                <a:solidFill>
                  <a:srgbClr val="0F4761"/>
                </a:solidFill>
                <a:latin typeface="Century Gothic" panose="020B0502020202020204" pitchFamily="34" charset="0"/>
              </a:rPr>
              <a:t>JUSTICIA ELECTRÓNICA EN </a:t>
            </a:r>
            <a:r>
              <a:rPr lang="es-MX" sz="2800" b="0" i="0" u="none" strike="noStrike" kern="100" baseline="0" dirty="0">
                <a:solidFill>
                  <a:srgbClr val="0F4761"/>
                </a:solidFill>
                <a:latin typeface="Century Gothic" panose="020B0502020202020204" pitchFamily="34" charset="0"/>
              </a:rPr>
              <a:t>MÉXICO EN</a:t>
            </a:r>
          </a:p>
          <a:p>
            <a:pPr marL="0" indent="0" algn="ctr">
              <a:buNone/>
            </a:pPr>
            <a:r>
              <a:rPr lang="es-MX" sz="2800" b="0" i="0" u="none" strike="noStrike" kern="100" baseline="0" dirty="0">
                <a:solidFill>
                  <a:srgbClr val="0F4761"/>
                </a:solidFill>
                <a:latin typeface="Century Gothic" panose="020B0502020202020204" pitchFamily="34" charset="0"/>
              </a:rPr>
              <a:t>MATERIA PENAL.</a:t>
            </a:r>
          </a:p>
          <a:p>
            <a:pPr marL="0" indent="0" algn="ctr">
              <a:buNone/>
            </a:pPr>
            <a:r>
              <a:rPr lang="es-MX" sz="2400" b="0" i="0" u="none" strike="noStrike" kern="100" baseline="0" dirty="0">
                <a:solidFill>
                  <a:srgbClr val="0F4761"/>
                </a:solidFill>
                <a:latin typeface="Century Gothic" panose="020B0502020202020204" pitchFamily="34" charset="0"/>
              </a:rPr>
              <a:t>Dr. Carlos Antonio Vázquez Azuara</a:t>
            </a:r>
            <a:endParaRPr lang="es-MX" sz="2400" dirty="0">
              <a:latin typeface="Century Gothic" panose="020B0502020202020204" pitchFamily="34" charset="0"/>
            </a:endParaRPr>
          </a:p>
        </p:txBody>
      </p:sp>
    </p:spTree>
    <p:extLst>
      <p:ext uri="{BB962C8B-B14F-4D97-AF65-F5344CB8AC3E}">
        <p14:creationId xmlns:p14="http://schemas.microsoft.com/office/powerpoint/2010/main" val="46906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01169D2E-9296-8B08-4F0C-BC8C97F94D20}"/>
              </a:ext>
            </a:extLst>
          </p:cNvPr>
          <p:cNvSpPr>
            <a:spLocks noGrp="1"/>
          </p:cNvSpPr>
          <p:nvPr>
            <p:ph type="body" idx="1"/>
          </p:nvPr>
        </p:nvSpPr>
        <p:spPr>
          <a:xfrm>
            <a:off x="838200" y="839449"/>
            <a:ext cx="10515600" cy="5337514"/>
          </a:xfrm>
        </p:spPr>
        <p:txBody>
          <a:bodyPr anchor="ctr">
            <a:normAutofit/>
          </a:bodyPr>
          <a:lstStyle/>
          <a:p>
            <a:pPr marL="0" indent="0" algn="ctr">
              <a:buNone/>
            </a:pPr>
            <a:r>
              <a:rPr lang="es-ES" sz="6000" b="0" i="0" u="none" strike="noStrike" kern="100" baseline="0" dirty="0">
                <a:solidFill>
                  <a:srgbClr val="0F4761"/>
                </a:solidFill>
                <a:latin typeface="Century Gothic" panose="020B0502020202020204" pitchFamily="34" charset="0"/>
                <a:cs typeface="Times New Roman" panose="02020603050405020304" pitchFamily="18" charset="0"/>
              </a:rPr>
              <a:t>El Perito Informático</a:t>
            </a:r>
          </a:p>
          <a:p>
            <a:pPr marL="0" indent="0" algn="ctr">
              <a:buNone/>
            </a:pPr>
            <a:r>
              <a:rPr lang="es-ES" sz="6000" b="0" i="0" u="none" strike="noStrike" kern="100" baseline="0" dirty="0">
                <a:solidFill>
                  <a:srgbClr val="0F4761"/>
                </a:solidFill>
                <a:latin typeface="Century Gothic" panose="020B0502020202020204" pitchFamily="34" charset="0"/>
                <a:cs typeface="Times New Roman" panose="02020603050405020304" pitchFamily="18" charset="0"/>
              </a:rPr>
              <a:t>y la</a:t>
            </a:r>
          </a:p>
          <a:p>
            <a:pPr marL="0" indent="0" algn="ctr">
              <a:buNone/>
            </a:pPr>
            <a:r>
              <a:rPr lang="es-ES" sz="6000" b="0" i="0" u="none" strike="noStrike" kern="100" baseline="0" dirty="0">
                <a:solidFill>
                  <a:srgbClr val="0F4761"/>
                </a:solidFill>
                <a:latin typeface="Century Gothic" panose="020B0502020202020204" pitchFamily="34" charset="0"/>
                <a:cs typeface="Times New Roman" panose="02020603050405020304" pitchFamily="18" charset="0"/>
              </a:rPr>
              <a:t>Prueba Digital en la</a:t>
            </a:r>
          </a:p>
          <a:p>
            <a:pPr marL="0" indent="0" algn="ctr">
              <a:buNone/>
            </a:pPr>
            <a:r>
              <a:rPr lang="es-ES" sz="6000" b="0" i="0" u="none" strike="noStrike" kern="100" baseline="0" dirty="0">
                <a:solidFill>
                  <a:srgbClr val="0F4761"/>
                </a:solidFill>
                <a:latin typeface="Century Gothic" panose="020B0502020202020204" pitchFamily="34" charset="0"/>
                <a:cs typeface="Times New Roman" panose="02020603050405020304" pitchFamily="18" charset="0"/>
              </a:rPr>
              <a:t>Justicia Mexicana</a:t>
            </a:r>
            <a:endParaRPr lang="es-MX" sz="6000" dirty="0">
              <a:latin typeface="Century Gothic" panose="020B0502020202020204" pitchFamily="34" charset="0"/>
              <a:cs typeface="Times New Roman" panose="02020603050405020304" pitchFamily="18" charset="0"/>
            </a:endParaRPr>
          </a:p>
        </p:txBody>
      </p:sp>
    </p:spTree>
    <p:extLst>
      <p:ext uri="{BB962C8B-B14F-4D97-AF65-F5344CB8AC3E}">
        <p14:creationId xmlns:p14="http://schemas.microsoft.com/office/powerpoint/2010/main" val="33219743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4E3E09-D654-B0CF-C08C-D870D15D7D9A}"/>
              </a:ext>
            </a:extLst>
          </p:cNvPr>
          <p:cNvSpPr>
            <a:spLocks noGrp="1"/>
          </p:cNvSpPr>
          <p:nvPr>
            <p:ph type="title"/>
          </p:nvPr>
        </p:nvSpPr>
        <p:spPr/>
        <p:txBody>
          <a:bodyPr>
            <a:normAutofit/>
          </a:bodyPr>
          <a:lstStyle/>
          <a:p>
            <a:r>
              <a:rPr lang="es-MX" sz="4000" dirty="0">
                <a:latin typeface="Century Gothic" panose="020B0502020202020204" pitchFamily="34" charset="0"/>
              </a:rPr>
              <a:t>TAREA:</a:t>
            </a:r>
          </a:p>
        </p:txBody>
      </p:sp>
      <p:sp>
        <p:nvSpPr>
          <p:cNvPr id="3" name="Marcador de texto 2">
            <a:extLst>
              <a:ext uri="{FF2B5EF4-FFF2-40B4-BE49-F238E27FC236}">
                <a16:creationId xmlns:a16="http://schemas.microsoft.com/office/drawing/2014/main" id="{AB2499B7-4AE8-1C8E-83C5-7D4605BEC153}"/>
              </a:ext>
            </a:extLst>
          </p:cNvPr>
          <p:cNvSpPr>
            <a:spLocks noGrp="1"/>
          </p:cNvSpPr>
          <p:nvPr>
            <p:ph type="body" idx="1"/>
          </p:nvPr>
        </p:nvSpPr>
        <p:spPr/>
        <p:txBody>
          <a:bodyPr anchor="ctr">
            <a:normAutofit/>
          </a:bodyPr>
          <a:lstStyle/>
          <a:p>
            <a:r>
              <a:rPr lang="es-MX" sz="3200" b="1" dirty="0">
                <a:latin typeface="Century Gothic" panose="020B0502020202020204" pitchFamily="34" charset="0"/>
              </a:rPr>
              <a:t>Elaborar informe de lectura que incluya:</a:t>
            </a:r>
          </a:p>
          <a:p>
            <a:pPr marL="514350" indent="-514350">
              <a:buFont typeface="+mj-lt"/>
              <a:buAutoNum type="arabicPeriod"/>
            </a:pPr>
            <a:r>
              <a:rPr lang="es-MX" sz="3200" b="1" dirty="0">
                <a:latin typeface="Century Gothic" panose="020B0502020202020204" pitchFamily="34" charset="0"/>
              </a:rPr>
              <a:t>Introducción</a:t>
            </a:r>
          </a:p>
          <a:p>
            <a:pPr marL="514350" indent="-514350">
              <a:buFont typeface="+mj-lt"/>
              <a:buAutoNum type="arabicPeriod"/>
            </a:pPr>
            <a:r>
              <a:rPr lang="es-MX" sz="3200" b="1" dirty="0">
                <a:latin typeface="Century Gothic" panose="020B0502020202020204" pitchFamily="34" charset="0"/>
              </a:rPr>
              <a:t>Desarrollo</a:t>
            </a:r>
          </a:p>
          <a:p>
            <a:pPr marL="514350" indent="-514350">
              <a:buFont typeface="+mj-lt"/>
              <a:buAutoNum type="arabicPeriod"/>
            </a:pPr>
            <a:r>
              <a:rPr lang="es-MX" sz="3200" b="1" dirty="0">
                <a:latin typeface="Century Gothic" panose="020B0502020202020204" pitchFamily="34" charset="0"/>
              </a:rPr>
              <a:t>conclusión</a:t>
            </a:r>
          </a:p>
        </p:txBody>
      </p:sp>
    </p:spTree>
    <p:extLst>
      <p:ext uri="{BB962C8B-B14F-4D97-AF65-F5344CB8AC3E}">
        <p14:creationId xmlns:p14="http://schemas.microsoft.com/office/powerpoint/2010/main" val="35141894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2D75EF-3B99-25BB-E397-118CF418593A}"/>
              </a:ext>
            </a:extLst>
          </p:cNvPr>
          <p:cNvSpPr>
            <a:spLocks noGrp="1"/>
          </p:cNvSpPr>
          <p:nvPr>
            <p:ph type="title"/>
          </p:nvPr>
        </p:nvSpPr>
        <p:spPr/>
        <p:txBody>
          <a:bodyPr/>
          <a:lstStyle/>
          <a:p>
            <a:pPr marR="0" algn="ctr" rtl="0"/>
            <a:r>
              <a:rPr lang="es-MX" b="0" i="0" u="none" strike="noStrike" kern="100" baseline="0" dirty="0">
                <a:solidFill>
                  <a:srgbClr val="0F4761"/>
                </a:solidFill>
                <a:latin typeface="Century Gothic" panose="020B0502020202020204" pitchFamily="34" charset="0"/>
              </a:rPr>
              <a:t>La Encrucijada Digital</a:t>
            </a:r>
          </a:p>
        </p:txBody>
      </p:sp>
      <p:sp>
        <p:nvSpPr>
          <p:cNvPr id="3" name="Marcador de texto 2">
            <a:extLst>
              <a:ext uri="{FF2B5EF4-FFF2-40B4-BE49-F238E27FC236}">
                <a16:creationId xmlns:a16="http://schemas.microsoft.com/office/drawing/2014/main" id="{02595B41-FC35-CCB1-9C4C-E5F9658F026F}"/>
              </a:ext>
            </a:extLst>
          </p:cNvPr>
          <p:cNvSpPr>
            <a:spLocks noGrp="1"/>
          </p:cNvSpPr>
          <p:nvPr>
            <p:ph type="body" idx="1"/>
          </p:nvPr>
        </p:nvSpPr>
        <p:spPr>
          <a:xfrm>
            <a:off x="913775" y="1888761"/>
            <a:ext cx="10364452" cy="4137285"/>
          </a:xfrm>
        </p:spPr>
        <p:txBody>
          <a:bodyPr anchor="ctr"/>
          <a:lstStyle/>
          <a:p>
            <a:pPr marL="0" marR="0" lvl="0" indent="0" algn="just" rtl="0">
              <a:buNone/>
            </a:pPr>
            <a:r>
              <a:rPr lang="es-ES" b="0" i="0" u="none" strike="noStrike" kern="100" baseline="0" dirty="0">
                <a:solidFill>
                  <a:srgbClr val="0F4761"/>
                </a:solidFill>
                <a:latin typeface="Century Gothic" panose="020B0502020202020204" pitchFamily="34" charset="0"/>
              </a:rPr>
              <a:t>LA PRUEBA DIGITAL Y EL PERITAJE INFORMÁTICO EN EL PROCESO PENAL MEXICANO</a:t>
            </a:r>
          </a:p>
          <a:p>
            <a:pPr marR="0" lvl="0" algn="just" rtl="0"/>
            <a:endParaRPr lang="es-ES" b="0" i="0" u="none" strike="noStrike" kern="100" baseline="0" dirty="0">
              <a:solidFill>
                <a:srgbClr val="0F4761"/>
              </a:solidFill>
              <a:latin typeface="Century Gothic" panose="020B0502020202020204" pitchFamily="34" charset="0"/>
            </a:endParaRPr>
          </a:p>
          <a:p>
            <a:pPr marR="0" lvl="1" algn="just" rtl="0"/>
            <a:r>
              <a:rPr lang="es-ES" b="0" i="0" u="none" strike="noStrike" kern="100" baseline="0" dirty="0">
                <a:solidFill>
                  <a:srgbClr val="0F4761"/>
                </a:solidFill>
                <a:latin typeface="Century Gothic" panose="020B0502020202020204" pitchFamily="34" charset="0"/>
              </a:rPr>
              <a:t>Del Código Binario a la Convicción Judicial: Retos y Fundamentos</a:t>
            </a:r>
          </a:p>
          <a:p>
            <a:pPr marR="0" lvl="1" algn="just" rtl="0"/>
            <a:r>
              <a:rPr lang="es-ES" b="0" i="0" u="none" strike="noStrike" kern="100" baseline="0" dirty="0">
                <a:solidFill>
                  <a:srgbClr val="0F4761"/>
                </a:solidFill>
                <a:latin typeface="Century Gothic" panose="020B0502020202020204" pitchFamily="34" charset="0"/>
              </a:rPr>
              <a:t>Concepto Clave: La prueba digital es el testigo mudo de la era moderna, que requiere un intérprete técnico-legal.</a:t>
            </a:r>
          </a:p>
          <a:p>
            <a:pPr marR="0" lvl="1" algn="just" rtl="0"/>
            <a:r>
              <a:rPr lang="es-ES" b="0" i="0" u="none" strike="noStrike" kern="100" baseline="0" dirty="0">
                <a:solidFill>
                  <a:srgbClr val="0F4761"/>
                </a:solidFill>
                <a:latin typeface="Century Gothic" panose="020B0502020202020204" pitchFamily="34" charset="0"/>
              </a:rPr>
              <a:t>Fundamentos y Contexto: Justicia Electrónica en México</a:t>
            </a:r>
          </a:p>
        </p:txBody>
      </p:sp>
    </p:spTree>
    <p:extLst>
      <p:ext uri="{BB962C8B-B14F-4D97-AF65-F5344CB8AC3E}">
        <p14:creationId xmlns:p14="http://schemas.microsoft.com/office/powerpoint/2010/main" val="4027734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F84220-E57B-8093-822C-4386EA592E3B}"/>
              </a:ext>
            </a:extLst>
          </p:cNvPr>
          <p:cNvSpPr>
            <a:spLocks noGrp="1"/>
          </p:cNvSpPr>
          <p:nvPr>
            <p:ph type="title"/>
          </p:nvPr>
        </p:nvSpPr>
        <p:spPr/>
        <p:txBody>
          <a:bodyPr/>
          <a:lstStyle/>
          <a:p>
            <a:pPr marR="0" algn="ctr" rtl="0"/>
            <a:r>
              <a:rPr lang="es-ES" b="0" i="0" u="none" strike="noStrike" kern="100" baseline="0" dirty="0">
                <a:solidFill>
                  <a:srgbClr val="0F4761"/>
                </a:solidFill>
                <a:latin typeface="Century Gothic" panose="020B0502020202020204" pitchFamily="34" charset="0"/>
              </a:rPr>
              <a:t>1. CONCEPTO DE PRUEBA DIGITAL</a:t>
            </a:r>
          </a:p>
        </p:txBody>
      </p:sp>
      <p:sp>
        <p:nvSpPr>
          <p:cNvPr id="3" name="Marcador de texto 2">
            <a:extLst>
              <a:ext uri="{FF2B5EF4-FFF2-40B4-BE49-F238E27FC236}">
                <a16:creationId xmlns:a16="http://schemas.microsoft.com/office/drawing/2014/main" id="{1187F739-ADAE-E01F-B1AF-8AC4F3F06554}"/>
              </a:ext>
            </a:extLst>
          </p:cNvPr>
          <p:cNvSpPr>
            <a:spLocks noGrp="1"/>
          </p:cNvSpPr>
          <p:nvPr>
            <p:ph type="body" idx="1"/>
          </p:nvPr>
        </p:nvSpPr>
        <p:spPr>
          <a:xfrm>
            <a:off x="913775" y="1933731"/>
            <a:ext cx="10364452" cy="3857469"/>
          </a:xfrm>
        </p:spPr>
        <p:txBody>
          <a:bodyPr anchor="ctr"/>
          <a:lstStyle/>
          <a:p>
            <a:pPr marR="0" lvl="0" algn="just" rtl="0"/>
            <a:r>
              <a:rPr lang="es-ES" b="0" i="0" u="none" strike="noStrike" kern="100" baseline="0" dirty="0">
                <a:solidFill>
                  <a:srgbClr val="0F4761"/>
                </a:solidFill>
                <a:latin typeface="Century Gothic" panose="020B0502020202020204" pitchFamily="34" charset="0"/>
              </a:rPr>
              <a:t>¿QUÉ ES LA PRUEBA DIGITAL?</a:t>
            </a:r>
          </a:p>
          <a:p>
            <a:pPr marR="0" lvl="1" algn="just" rtl="0"/>
            <a:r>
              <a:rPr lang="es-ES" b="1" i="0" u="none" strike="noStrike" kern="100" baseline="0" dirty="0">
                <a:solidFill>
                  <a:srgbClr val="0F4761"/>
                </a:solidFill>
                <a:latin typeface="Century Gothic" panose="020B0502020202020204" pitchFamily="34" charset="0"/>
              </a:rPr>
              <a:t>Definición:</a:t>
            </a:r>
            <a:r>
              <a:rPr lang="es-ES" b="0" i="0" u="none" strike="noStrike" kern="100" baseline="0" dirty="0">
                <a:solidFill>
                  <a:srgbClr val="0F4761"/>
                </a:solidFill>
                <a:latin typeface="Century Gothic" panose="020B0502020202020204" pitchFamily="34" charset="0"/>
              </a:rPr>
              <a:t> Medio de convicción que reside en un código binario (0s y 1s), almacenado en un medio electrónico/virtual.</a:t>
            </a:r>
          </a:p>
          <a:p>
            <a:pPr marR="0" lvl="1" algn="just" rtl="0"/>
            <a:r>
              <a:rPr lang="es-ES" b="1" i="0" u="none" strike="noStrike" kern="100" baseline="0" dirty="0">
                <a:solidFill>
                  <a:srgbClr val="0F4761"/>
                </a:solidFill>
                <a:latin typeface="Century Gothic" panose="020B0502020202020204" pitchFamily="34" charset="0"/>
              </a:rPr>
              <a:t>Requisito Esencial:</a:t>
            </a:r>
            <a:r>
              <a:rPr lang="es-ES" b="0" i="0" u="none" strike="noStrike" kern="100" baseline="0" dirty="0">
                <a:solidFill>
                  <a:srgbClr val="0F4761"/>
                </a:solidFill>
                <a:latin typeface="Century Gothic" panose="020B0502020202020204" pitchFamily="34" charset="0"/>
              </a:rPr>
              <a:t> Su ofrecimiento requiere de un dictamen pericial en informática o experticia afín, para validar su origen e integridad.</a:t>
            </a:r>
          </a:p>
          <a:p>
            <a:pPr marR="0" lvl="1" algn="just" rtl="0"/>
            <a:r>
              <a:rPr lang="es-ES" b="1" i="0" u="none" strike="noStrike" kern="100" baseline="0" dirty="0">
                <a:solidFill>
                  <a:srgbClr val="0F4761"/>
                </a:solidFill>
                <a:latin typeface="Century Gothic" panose="020B0502020202020204" pitchFamily="34" charset="0"/>
              </a:rPr>
              <a:t>Analogía:</a:t>
            </a:r>
            <a:r>
              <a:rPr lang="es-ES" b="0" i="0" u="none" strike="noStrike" kern="100" baseline="0" dirty="0">
                <a:solidFill>
                  <a:srgbClr val="0F4761"/>
                </a:solidFill>
                <a:latin typeface="Century Gothic" panose="020B0502020202020204" pitchFamily="34" charset="0"/>
              </a:rPr>
              <a:t> Es como el ADN del crimen moderno; requiere métodos científicos de recolección y análisis para no contaminarse.</a:t>
            </a:r>
          </a:p>
          <a:p>
            <a:pPr marR="0" lvl="1" algn="just" rtl="0"/>
            <a:r>
              <a:rPr lang="es-ES" b="1" i="0" u="none" strike="noStrike" kern="100" baseline="0" dirty="0">
                <a:solidFill>
                  <a:srgbClr val="0F4761"/>
                </a:solidFill>
                <a:latin typeface="Century Gothic" panose="020B0502020202020204" pitchFamily="34" charset="0"/>
              </a:rPr>
              <a:t>Vínculo (Derecho Informático) </a:t>
            </a:r>
            <a:r>
              <a:rPr lang="es-ES" b="0" i="0" u="none" strike="noStrike" kern="100" baseline="0" dirty="0">
                <a:solidFill>
                  <a:srgbClr val="0F4761"/>
                </a:solidFill>
                <a:latin typeface="Century Gothic" panose="020B0502020202020204" pitchFamily="34" charset="0"/>
              </a:rPr>
              <a:t>La prueba nace de un elemento técnico (0s y 1s) y se eleva a la categoría de legal solo a través de la pericia forense.</a:t>
            </a:r>
          </a:p>
        </p:txBody>
      </p:sp>
    </p:spTree>
    <p:extLst>
      <p:ext uri="{BB962C8B-B14F-4D97-AF65-F5344CB8AC3E}">
        <p14:creationId xmlns:p14="http://schemas.microsoft.com/office/powerpoint/2010/main" val="3605066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AF123B-C83D-5D97-A4E7-4A1BCF3A5422}"/>
              </a:ext>
            </a:extLst>
          </p:cNvPr>
          <p:cNvSpPr>
            <a:spLocks noGrp="1"/>
          </p:cNvSpPr>
          <p:nvPr>
            <p:ph type="title"/>
          </p:nvPr>
        </p:nvSpPr>
        <p:spPr/>
        <p:txBody>
          <a:bodyPr/>
          <a:lstStyle/>
          <a:p>
            <a:pPr marR="0" algn="ctr" rtl="0"/>
            <a:r>
              <a:rPr lang="es-ES" b="0" i="0" u="none" strike="noStrike" kern="100" baseline="0" dirty="0">
                <a:solidFill>
                  <a:srgbClr val="0F4761"/>
                </a:solidFill>
                <a:latin typeface="Century Gothic" panose="020B0502020202020204" pitchFamily="34" charset="0"/>
              </a:rPr>
              <a:t>2. CARACTERÍSTICAS Y RETOS DE LA PRUEBA</a:t>
            </a:r>
          </a:p>
        </p:txBody>
      </p:sp>
      <p:sp>
        <p:nvSpPr>
          <p:cNvPr id="3" name="Marcador de texto 2">
            <a:extLst>
              <a:ext uri="{FF2B5EF4-FFF2-40B4-BE49-F238E27FC236}">
                <a16:creationId xmlns:a16="http://schemas.microsoft.com/office/drawing/2014/main" id="{EFAD2D97-C060-AFB2-B61E-7991F100E400}"/>
              </a:ext>
            </a:extLst>
          </p:cNvPr>
          <p:cNvSpPr>
            <a:spLocks noGrp="1"/>
          </p:cNvSpPr>
          <p:nvPr>
            <p:ph type="body" idx="1"/>
          </p:nvPr>
        </p:nvSpPr>
        <p:spPr/>
        <p:txBody>
          <a:bodyPr anchor="ctr">
            <a:normAutofit fontScale="92500" lnSpcReduction="10000"/>
          </a:bodyPr>
          <a:lstStyle/>
          <a:p>
            <a:pPr marR="0" lvl="0" algn="just" rtl="0"/>
            <a:r>
              <a:rPr lang="es-MX" b="0" i="0" u="none" strike="noStrike" kern="100" baseline="0" dirty="0">
                <a:solidFill>
                  <a:srgbClr val="0F4761"/>
                </a:solidFill>
                <a:latin typeface="Century Gothic" panose="020B0502020202020204" pitchFamily="34" charset="0"/>
              </a:rPr>
              <a:t>NATURALEZA CRUCIAL: VOLATILIDAD e INVISIBILIDAD</a:t>
            </a:r>
          </a:p>
          <a:p>
            <a:pPr marR="0" lvl="1" algn="just" rtl="0"/>
            <a:r>
              <a:rPr lang="es-ES" b="1" i="0" u="none" strike="noStrike" kern="100" baseline="0" dirty="0">
                <a:solidFill>
                  <a:srgbClr val="0F4761"/>
                </a:solidFill>
                <a:latin typeface="Century Gothic" panose="020B0502020202020204" pitchFamily="34" charset="0"/>
              </a:rPr>
              <a:t>Reto 1: Volatilidad</a:t>
            </a:r>
            <a:r>
              <a:rPr lang="es-ES" b="0" i="0" u="none" strike="noStrike" kern="100" baseline="0" dirty="0">
                <a:solidFill>
                  <a:srgbClr val="0F4761"/>
                </a:solidFill>
                <a:latin typeface="Century Gothic" panose="020B0502020202020204" pitchFamily="34" charset="0"/>
              </a:rPr>
              <a:t> La evidencia puede desaparecer o alterarse con el simple encendido/apagado de un dispositivo o un cambio en la hora del sistema.</a:t>
            </a:r>
          </a:p>
          <a:p>
            <a:pPr marR="0" lvl="1" algn="just" rtl="0"/>
            <a:r>
              <a:rPr lang="es-ES" b="1" i="0" u="none" strike="noStrike" kern="100" baseline="0" dirty="0">
                <a:solidFill>
                  <a:srgbClr val="0F4761"/>
                </a:solidFill>
                <a:latin typeface="Century Gothic" panose="020B0502020202020204" pitchFamily="34" charset="0"/>
              </a:rPr>
              <a:t>Reto 2: Inmaterialidad</a:t>
            </a:r>
            <a:r>
              <a:rPr lang="es-ES" b="0" i="0" u="none" strike="noStrike" kern="100" baseline="0" dirty="0">
                <a:solidFill>
                  <a:srgbClr val="0F4761"/>
                </a:solidFill>
                <a:latin typeface="Century Gothic" panose="020B0502020202020204" pitchFamily="34" charset="0"/>
              </a:rPr>
              <a:t> La prueba no es física (documento o arma), sino un flujo de bits, lo que dificulta la aplicación de reglas procesales tradicionales.</a:t>
            </a:r>
          </a:p>
          <a:p>
            <a:pPr marR="0" lvl="1" algn="just" rtl="0"/>
            <a:r>
              <a:rPr lang="es-ES" b="1" i="0" u="none" strike="noStrike" kern="100" baseline="0" dirty="0">
                <a:solidFill>
                  <a:srgbClr val="0F4761"/>
                </a:solidFill>
                <a:latin typeface="Century Gothic" panose="020B0502020202020204" pitchFamily="34" charset="0"/>
              </a:rPr>
              <a:t>Reto 3: </a:t>
            </a:r>
            <a:r>
              <a:rPr lang="es-ES" b="1" i="0" u="none" strike="noStrike" kern="100" baseline="0" dirty="0" err="1">
                <a:solidFill>
                  <a:srgbClr val="0F4761"/>
                </a:solidFill>
                <a:latin typeface="Century Gothic" panose="020B0502020202020204" pitchFamily="34" charset="0"/>
              </a:rPr>
              <a:t>Transnacionalidad</a:t>
            </a:r>
            <a:r>
              <a:rPr lang="es-ES" b="0" i="0" u="none" strike="noStrike" kern="100" baseline="0" dirty="0">
                <a:solidFill>
                  <a:srgbClr val="0F4761"/>
                </a:solidFill>
                <a:latin typeface="Century Gothic" panose="020B0502020202020204" pitchFamily="34" charset="0"/>
              </a:rPr>
              <a:t> La evidencia suele residir en servidores en el extranjero (Cloud), creando conflictos de jurisdicción (p. ej., Ley CLOUD ACT de EE. UU.).</a:t>
            </a:r>
          </a:p>
          <a:p>
            <a:pPr marR="0" lvl="1" algn="just" rtl="0"/>
            <a:r>
              <a:rPr lang="es-ES" b="0" i="0" u="none" strike="noStrike" kern="100" baseline="0" dirty="0">
                <a:solidFill>
                  <a:srgbClr val="0F4761"/>
                </a:solidFill>
                <a:latin typeface="Century Gothic" panose="020B0502020202020204" pitchFamily="34" charset="0"/>
              </a:rPr>
              <a:t>Pregunta a la Clase </a:t>
            </a:r>
            <a:r>
              <a:rPr lang="es-ES" b="1" i="0" u="none" strike="noStrike" kern="100" baseline="0" dirty="0">
                <a:solidFill>
                  <a:srgbClr val="0F4761"/>
                </a:solidFill>
                <a:latin typeface="Century Gothic" panose="020B0502020202020204" pitchFamily="34" charset="0"/>
              </a:rPr>
              <a:t>¿Cómo garantizamos la integridad de algo que no podemos tocar y que cambia al instante?</a:t>
            </a:r>
            <a:r>
              <a:rPr lang="es-ES" b="0" i="0" u="none" strike="noStrike" kern="100" baseline="0" dirty="0">
                <a:solidFill>
                  <a:srgbClr val="0F4761"/>
                </a:solidFill>
                <a:latin typeface="Century Gothic" panose="020B0502020202020204" pitchFamily="34" charset="0"/>
              </a:rPr>
              <a:t> (Respuesta: Cadena de Custodia).</a:t>
            </a:r>
          </a:p>
        </p:txBody>
      </p:sp>
    </p:spTree>
    <p:extLst>
      <p:ext uri="{BB962C8B-B14F-4D97-AF65-F5344CB8AC3E}">
        <p14:creationId xmlns:p14="http://schemas.microsoft.com/office/powerpoint/2010/main" val="2340678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3BBE9B-AE4F-974F-A475-C457A54D3DB2}"/>
              </a:ext>
            </a:extLst>
          </p:cNvPr>
          <p:cNvSpPr>
            <a:spLocks noGrp="1"/>
          </p:cNvSpPr>
          <p:nvPr>
            <p:ph type="title"/>
          </p:nvPr>
        </p:nvSpPr>
        <p:spPr/>
        <p:txBody>
          <a:bodyPr>
            <a:normAutofit/>
          </a:bodyPr>
          <a:lstStyle/>
          <a:p>
            <a:pPr marR="0" rtl="0"/>
            <a:r>
              <a:rPr lang="es-ES" b="0" i="0" u="none" strike="noStrike" kern="100" baseline="0" dirty="0">
                <a:solidFill>
                  <a:srgbClr val="0F4761"/>
                </a:solidFill>
                <a:latin typeface="Century Gothic" panose="020B0502020202020204" pitchFamily="34" charset="0"/>
              </a:rPr>
              <a:t>3. ELEMENTOS DE SEGURIDAD DE LA PRUEBA (</a:t>
            </a:r>
            <a:r>
              <a:rPr lang="es-ES" b="1" i="0" u="none" strike="noStrike" kern="100" baseline="0" dirty="0">
                <a:solidFill>
                  <a:srgbClr val="0F4761"/>
                </a:solidFill>
                <a:latin typeface="Century Gothic" panose="020B0502020202020204" pitchFamily="34" charset="0"/>
              </a:rPr>
              <a:t>Cadena de Custodia</a:t>
            </a:r>
            <a:r>
              <a:rPr lang="es-ES" b="0" i="0" u="none" strike="noStrike" kern="100" baseline="0" dirty="0">
                <a:solidFill>
                  <a:srgbClr val="0F4761"/>
                </a:solidFill>
                <a:latin typeface="Century Gothic" panose="020B0502020202020204" pitchFamily="34" charset="0"/>
              </a:rPr>
              <a:t>)</a:t>
            </a:r>
          </a:p>
        </p:txBody>
      </p:sp>
      <p:sp>
        <p:nvSpPr>
          <p:cNvPr id="3" name="Marcador de texto 2">
            <a:extLst>
              <a:ext uri="{FF2B5EF4-FFF2-40B4-BE49-F238E27FC236}">
                <a16:creationId xmlns:a16="http://schemas.microsoft.com/office/drawing/2014/main" id="{21E5A900-ABE1-D461-007A-BD5265116BDB}"/>
              </a:ext>
            </a:extLst>
          </p:cNvPr>
          <p:cNvSpPr>
            <a:spLocks noGrp="1"/>
          </p:cNvSpPr>
          <p:nvPr>
            <p:ph type="body" idx="1"/>
          </p:nvPr>
        </p:nvSpPr>
        <p:spPr>
          <a:xfrm>
            <a:off x="539647" y="1825625"/>
            <a:ext cx="11092720" cy="4351338"/>
          </a:xfrm>
        </p:spPr>
        <p:txBody>
          <a:bodyPr anchor="ctr">
            <a:normAutofit lnSpcReduction="10000"/>
          </a:bodyPr>
          <a:lstStyle/>
          <a:p>
            <a:pPr marR="0" lvl="0" algn="just" rtl="0"/>
            <a:r>
              <a:rPr lang="es-ES" b="0" i="0" u="none" strike="noStrike" kern="100" baseline="0" dirty="0">
                <a:solidFill>
                  <a:srgbClr val="0F4761"/>
                </a:solidFill>
                <a:latin typeface="Century Gothic" panose="020B0502020202020204" pitchFamily="34" charset="0"/>
              </a:rPr>
              <a:t>EL SANTO GRIAL PROCESAL: LA INTEGRIDAD</a:t>
            </a:r>
          </a:p>
          <a:p>
            <a:pPr marR="0" lvl="1" algn="just" rtl="0"/>
            <a:r>
              <a:rPr lang="es-ES" b="1" i="0" u="none" strike="noStrike" kern="100" baseline="0" dirty="0">
                <a:solidFill>
                  <a:srgbClr val="0F4761"/>
                </a:solidFill>
                <a:latin typeface="Century Gothic" panose="020B0502020202020204" pitchFamily="34" charset="0"/>
              </a:rPr>
              <a:t>Foco del Perito</a:t>
            </a:r>
            <a:r>
              <a:rPr lang="es-ES" b="0" i="0" u="none" strike="noStrike" kern="100" baseline="0" dirty="0">
                <a:solidFill>
                  <a:srgbClr val="0F4761"/>
                </a:solidFill>
                <a:latin typeface="Century Gothic" panose="020B0502020202020204" pitchFamily="34" charset="0"/>
              </a:rPr>
              <a:t>: Asegurar la Cadena de Custodia, que se basa en tres pilares técnicos:</a:t>
            </a:r>
          </a:p>
          <a:p>
            <a:pPr marR="0" lvl="1" algn="just" rtl="0"/>
            <a:r>
              <a:rPr lang="es-ES" b="1" i="0" u="none" strike="noStrike" kern="100" baseline="0" dirty="0">
                <a:solidFill>
                  <a:srgbClr val="0F4761"/>
                </a:solidFill>
                <a:latin typeface="Century Gothic" panose="020B0502020202020204" pitchFamily="34" charset="0"/>
              </a:rPr>
              <a:t>Pilar I: </a:t>
            </a:r>
            <a:r>
              <a:rPr lang="es-ES" b="1" i="0" u="none" strike="noStrike" kern="100" baseline="0" dirty="0" err="1">
                <a:solidFill>
                  <a:srgbClr val="0F4761"/>
                </a:solidFill>
                <a:latin typeface="Century Gothic" panose="020B0502020202020204" pitchFamily="34" charset="0"/>
              </a:rPr>
              <a:t>Hashing</a:t>
            </a:r>
            <a:r>
              <a:rPr lang="es-ES" b="0" i="0" u="none" strike="noStrike" kern="100" baseline="0" dirty="0">
                <a:solidFill>
                  <a:srgbClr val="0F4761"/>
                </a:solidFill>
                <a:latin typeface="Century Gothic" panose="020B0502020202020204" pitchFamily="34" charset="0"/>
              </a:rPr>
              <a:t> Aplicación de un algoritmo matemático (función hash, p. ej., SHA-256) que crea una huella digital única e irrepetible del archivo/disco.</a:t>
            </a:r>
          </a:p>
          <a:p>
            <a:pPr marR="0" lvl="1" algn="just" rtl="0"/>
            <a:r>
              <a:rPr lang="es-ES" b="1" i="0" u="none" strike="noStrike" kern="100" baseline="0" dirty="0">
                <a:solidFill>
                  <a:srgbClr val="0F4761"/>
                </a:solidFill>
                <a:latin typeface="Century Gothic" panose="020B0502020202020204" pitchFamily="34" charset="0"/>
              </a:rPr>
              <a:t>Pilar II: </a:t>
            </a:r>
            <a:r>
              <a:rPr lang="es-ES" b="1" i="0" u="none" strike="noStrike" kern="100" baseline="0" dirty="0" err="1">
                <a:solidFill>
                  <a:srgbClr val="0F4761"/>
                </a:solidFill>
                <a:latin typeface="Century Gothic" panose="020B0502020202020204" pitchFamily="34" charset="0"/>
              </a:rPr>
              <a:t>Write</a:t>
            </a:r>
            <a:r>
              <a:rPr lang="es-ES" b="1" i="0" u="none" strike="noStrike" kern="100" baseline="0" dirty="0">
                <a:solidFill>
                  <a:srgbClr val="0F4761"/>
                </a:solidFill>
                <a:latin typeface="Century Gothic" panose="020B0502020202020204" pitchFamily="34" charset="0"/>
              </a:rPr>
              <a:t> </a:t>
            </a:r>
            <a:r>
              <a:rPr lang="es-ES" b="1" i="0" u="none" strike="noStrike" kern="100" baseline="0" dirty="0" err="1">
                <a:solidFill>
                  <a:srgbClr val="0F4761"/>
                </a:solidFill>
                <a:latin typeface="Century Gothic" panose="020B0502020202020204" pitchFamily="34" charset="0"/>
              </a:rPr>
              <a:t>Blocker</a:t>
            </a:r>
            <a:r>
              <a:rPr lang="es-ES" b="0" i="0" u="none" strike="noStrike" kern="100" baseline="0" dirty="0">
                <a:solidFill>
                  <a:srgbClr val="0F4761"/>
                </a:solidFill>
                <a:latin typeface="Century Gothic" panose="020B0502020202020204" pitchFamily="34" charset="0"/>
              </a:rPr>
              <a:t> Uso de dispositivos de bloqueo de escritura para adquirir la evidencia, garantizando que el perito no modifica ni un solo bit del original.</a:t>
            </a:r>
          </a:p>
          <a:p>
            <a:pPr marR="0" lvl="1" algn="just" rtl="0"/>
            <a:r>
              <a:rPr lang="es-ES" b="1" i="0" u="none" strike="noStrike" kern="100" baseline="0" dirty="0">
                <a:solidFill>
                  <a:srgbClr val="0F4761"/>
                </a:solidFill>
                <a:latin typeface="Century Gothic" panose="020B0502020202020204" pitchFamily="34" charset="0"/>
              </a:rPr>
              <a:t>Pilar III: Metadatos</a:t>
            </a:r>
            <a:r>
              <a:rPr lang="es-ES" b="0" i="0" u="none" strike="noStrike" kern="100" baseline="0" dirty="0">
                <a:solidFill>
                  <a:srgbClr val="0F4761"/>
                </a:solidFill>
                <a:latin typeface="Century Gothic" panose="020B0502020202020204" pitchFamily="34" charset="0"/>
              </a:rPr>
              <a:t> Recolección y análisis de la información "detrás del dato" (fecha de creación, modificación, ubicación), crucial para establecer la cronología de los hechos.</a:t>
            </a:r>
          </a:p>
          <a:p>
            <a:pPr marR="0" lvl="1" algn="just" rtl="0"/>
            <a:r>
              <a:rPr lang="es-ES" b="1" i="0" u="none" strike="noStrike" kern="100" baseline="0" dirty="0">
                <a:solidFill>
                  <a:srgbClr val="0F4761"/>
                </a:solidFill>
                <a:latin typeface="Century Gothic" panose="020B0502020202020204" pitchFamily="34" charset="0"/>
              </a:rPr>
              <a:t>Conclusión</a:t>
            </a:r>
            <a:r>
              <a:rPr lang="es-ES" b="0" i="0" u="none" strike="noStrike" kern="100" baseline="0" dirty="0">
                <a:solidFill>
                  <a:srgbClr val="0F4761"/>
                </a:solidFill>
                <a:latin typeface="Century Gothic" panose="020B0502020202020204" pitchFamily="34" charset="0"/>
              </a:rPr>
              <a:t> Sin una copia </a:t>
            </a:r>
            <a:r>
              <a:rPr lang="es-ES" b="0" i="1" u="none" strike="noStrike" kern="100" baseline="0" dirty="0" err="1">
                <a:solidFill>
                  <a:srgbClr val="0F4761"/>
                </a:solidFill>
                <a:latin typeface="Century Gothic" panose="020B0502020202020204" pitchFamily="34" charset="0"/>
              </a:rPr>
              <a:t>bitstream</a:t>
            </a:r>
            <a:r>
              <a:rPr lang="es-ES" b="0" i="0" u="none" strike="noStrike" kern="100" baseline="0" dirty="0">
                <a:solidFill>
                  <a:srgbClr val="0F4761"/>
                </a:solidFill>
                <a:latin typeface="Century Gothic" panose="020B0502020202020204" pitchFamily="34" charset="0"/>
              </a:rPr>
              <a:t> (clon exacto) y el cálculo del </a:t>
            </a:r>
            <a:r>
              <a:rPr lang="es-ES" b="0" i="1" u="none" strike="noStrike" kern="100" baseline="0" dirty="0">
                <a:solidFill>
                  <a:srgbClr val="0F4761"/>
                </a:solidFill>
                <a:latin typeface="Century Gothic" panose="020B0502020202020204" pitchFamily="34" charset="0"/>
              </a:rPr>
              <a:t>hash</a:t>
            </a:r>
            <a:r>
              <a:rPr lang="es-ES" b="0" i="0" u="none" strike="noStrike" kern="100" baseline="0" dirty="0">
                <a:solidFill>
                  <a:srgbClr val="0F4761"/>
                </a:solidFill>
                <a:latin typeface="Century Gothic" panose="020B0502020202020204" pitchFamily="34" charset="0"/>
              </a:rPr>
              <a:t>, la prueba es susceptible de impugnación.</a:t>
            </a:r>
          </a:p>
        </p:txBody>
      </p:sp>
    </p:spTree>
    <p:extLst>
      <p:ext uri="{BB962C8B-B14F-4D97-AF65-F5344CB8AC3E}">
        <p14:creationId xmlns:p14="http://schemas.microsoft.com/office/powerpoint/2010/main" val="2773276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6233B9-5B38-A3C6-5011-36EA468776AD}"/>
              </a:ext>
            </a:extLst>
          </p:cNvPr>
          <p:cNvSpPr>
            <a:spLocks noGrp="1"/>
          </p:cNvSpPr>
          <p:nvPr>
            <p:ph type="title"/>
          </p:nvPr>
        </p:nvSpPr>
        <p:spPr/>
        <p:txBody>
          <a:bodyPr/>
          <a:lstStyle/>
          <a:p>
            <a:pPr marR="0" algn="ctr" rtl="0"/>
            <a:r>
              <a:rPr lang="es-ES" b="0" i="0" u="none" strike="noStrike" kern="100" baseline="0" dirty="0">
                <a:solidFill>
                  <a:srgbClr val="0F4761"/>
                </a:solidFill>
                <a:latin typeface="Century Gothic" panose="020B0502020202020204" pitchFamily="34" charset="0"/>
              </a:rPr>
              <a:t>4. LA FIRMA ELECTRÓNICA Y LA AUTENTICIDAD</a:t>
            </a:r>
          </a:p>
        </p:txBody>
      </p:sp>
      <p:sp>
        <p:nvSpPr>
          <p:cNvPr id="3" name="Marcador de texto 2">
            <a:extLst>
              <a:ext uri="{FF2B5EF4-FFF2-40B4-BE49-F238E27FC236}">
                <a16:creationId xmlns:a16="http://schemas.microsoft.com/office/drawing/2014/main" id="{9428D819-BBF2-FC7E-923B-70CE1DC02E02}"/>
              </a:ext>
            </a:extLst>
          </p:cNvPr>
          <p:cNvSpPr>
            <a:spLocks noGrp="1"/>
          </p:cNvSpPr>
          <p:nvPr>
            <p:ph type="body" idx="1"/>
          </p:nvPr>
        </p:nvSpPr>
        <p:spPr>
          <a:xfrm>
            <a:off x="913775" y="1918741"/>
            <a:ext cx="10364452" cy="3872459"/>
          </a:xfrm>
        </p:spPr>
        <p:txBody>
          <a:bodyPr anchor="ctr">
            <a:normAutofit fontScale="92500" lnSpcReduction="10000"/>
          </a:bodyPr>
          <a:lstStyle/>
          <a:p>
            <a:pPr marR="0" lvl="0" algn="just" rtl="0"/>
            <a:r>
              <a:rPr lang="es-ES" b="0" i="0" u="none" strike="noStrike" kern="100" baseline="0" dirty="0">
                <a:solidFill>
                  <a:srgbClr val="0F4761"/>
                </a:solidFill>
                <a:latin typeface="Century Gothic" panose="020B0502020202020204" pitchFamily="34" charset="0"/>
              </a:rPr>
              <a:t>FIRMA ELECTRÓNICA: LA CERTEZA DEL AUTOR </a:t>
            </a:r>
          </a:p>
          <a:p>
            <a:pPr marR="0" lvl="1" algn="just" rtl="0"/>
            <a:r>
              <a:rPr lang="es-ES" b="1" i="0" u="none" strike="noStrike" kern="100" baseline="0" dirty="0">
                <a:solidFill>
                  <a:srgbClr val="0F4761"/>
                </a:solidFill>
                <a:latin typeface="Century Gothic" panose="020B0502020202020204" pitchFamily="34" charset="0"/>
              </a:rPr>
              <a:t>Tipos de Firma:</a:t>
            </a:r>
            <a:r>
              <a:rPr lang="es-ES" b="0" i="0" u="none" strike="noStrike" kern="100" baseline="0" dirty="0">
                <a:solidFill>
                  <a:srgbClr val="0F4761"/>
                </a:solidFill>
                <a:latin typeface="Century Gothic" panose="020B0502020202020204" pitchFamily="34" charset="0"/>
              </a:rPr>
              <a:t> Firma Electrónica Simple: (p. ej., un nombre al final de un correo). Firma Electrónica Avanzada/Digital (FIEL/</a:t>
            </a:r>
            <a:r>
              <a:rPr lang="es-ES" b="0" i="0" u="none" strike="noStrike" kern="100" baseline="0" dirty="0" err="1">
                <a:solidFill>
                  <a:srgbClr val="0F4761"/>
                </a:solidFill>
                <a:latin typeface="Century Gothic" panose="020B0502020202020204" pitchFamily="34" charset="0"/>
              </a:rPr>
              <a:t>e.firma</a:t>
            </a:r>
            <a:r>
              <a:rPr lang="es-ES" b="0" i="0" u="none" strike="noStrike" kern="100" baseline="0" dirty="0">
                <a:solidFill>
                  <a:srgbClr val="0F4761"/>
                </a:solidFill>
                <a:latin typeface="Century Gothic" panose="020B0502020202020204" pitchFamily="34" charset="0"/>
              </a:rPr>
              <a:t>): Usa criptografía asimétrica, vinculada jurídicamente a su titular.</a:t>
            </a:r>
          </a:p>
          <a:p>
            <a:pPr marR="0" lvl="1" algn="just" rtl="0"/>
            <a:r>
              <a:rPr lang="es-ES" b="1" i="0" u="none" strike="noStrike" kern="100" baseline="0" dirty="0">
                <a:solidFill>
                  <a:srgbClr val="0F4761"/>
                </a:solidFill>
                <a:latin typeface="Century Gothic" panose="020B0502020202020204" pitchFamily="34" charset="0"/>
              </a:rPr>
              <a:t>Importancia Pericial:</a:t>
            </a:r>
            <a:r>
              <a:rPr lang="es-ES" b="0" i="0" u="none" strike="noStrike" kern="100" baseline="0" dirty="0">
                <a:solidFill>
                  <a:srgbClr val="0F4761"/>
                </a:solidFill>
                <a:latin typeface="Century Gothic" panose="020B0502020202020204" pitchFamily="34" charset="0"/>
              </a:rPr>
              <a:t> El perito debe determinar si la firma digital es válida y vigente, garantizando la no repudiación (que el firmante no pueda negar que firmó).</a:t>
            </a:r>
          </a:p>
          <a:p>
            <a:pPr marR="0" lvl="1" algn="just" rtl="0"/>
            <a:r>
              <a:rPr lang="es-ES" b="1" i="0" u="none" strike="noStrike" kern="100" baseline="0" dirty="0">
                <a:solidFill>
                  <a:srgbClr val="0F4761"/>
                </a:solidFill>
                <a:latin typeface="Century Gothic" panose="020B0502020202020204" pitchFamily="34" charset="0"/>
              </a:rPr>
              <a:t>Base Legal (México):</a:t>
            </a:r>
            <a:r>
              <a:rPr lang="es-ES" b="0" i="0" u="none" strike="noStrike" kern="100" baseline="0" dirty="0">
                <a:solidFill>
                  <a:srgbClr val="0F4761"/>
                </a:solidFill>
                <a:latin typeface="Century Gothic" panose="020B0502020202020204" pitchFamily="34" charset="0"/>
              </a:rPr>
              <a:t> Ley de Firma Electrónica Avanzada y normativa relacionada con el uso de la </a:t>
            </a:r>
            <a:r>
              <a:rPr lang="es-ES" b="0" i="1" u="none" strike="noStrike" kern="100" baseline="0" dirty="0" err="1">
                <a:solidFill>
                  <a:srgbClr val="0F4761"/>
                </a:solidFill>
                <a:latin typeface="Century Gothic" panose="020B0502020202020204" pitchFamily="34" charset="0"/>
              </a:rPr>
              <a:t>e.firma</a:t>
            </a:r>
            <a:r>
              <a:rPr lang="es-ES" b="0" i="0" u="none" strike="noStrike" kern="100" baseline="0" dirty="0">
                <a:solidFill>
                  <a:srgbClr val="0F4761"/>
                </a:solidFill>
                <a:latin typeface="Century Gothic" panose="020B0502020202020204" pitchFamily="34" charset="0"/>
              </a:rPr>
              <a:t> en procedimientos judiciales.</a:t>
            </a:r>
          </a:p>
          <a:p>
            <a:pPr marR="0" lvl="1" algn="just" rtl="0"/>
            <a:r>
              <a:rPr lang="es-ES" b="1" i="0" u="none" strike="noStrike" kern="100" baseline="0" dirty="0">
                <a:solidFill>
                  <a:srgbClr val="0F4761"/>
                </a:solidFill>
                <a:latin typeface="Century Gothic" panose="020B0502020202020204" pitchFamily="34" charset="0"/>
              </a:rPr>
              <a:t>Pregunta Crítica</a:t>
            </a:r>
            <a:r>
              <a:rPr lang="es-ES" b="0" i="0" u="none" strike="noStrike" kern="100" baseline="0" dirty="0">
                <a:solidFill>
                  <a:srgbClr val="0F4761"/>
                </a:solidFill>
                <a:latin typeface="Century Gothic" panose="020B0502020202020204" pitchFamily="34" charset="0"/>
              </a:rPr>
              <a:t>: </a:t>
            </a:r>
            <a:r>
              <a:rPr lang="es-ES" b="1" i="0" u="none" strike="noStrike" kern="100" baseline="0" dirty="0">
                <a:solidFill>
                  <a:srgbClr val="0F4761"/>
                </a:solidFill>
                <a:latin typeface="Century Gothic" panose="020B0502020202020204" pitchFamily="34" charset="0"/>
              </a:rPr>
              <a:t>¿</a:t>
            </a:r>
            <a:r>
              <a:rPr lang="es-ES" b="0" i="0" u="none" strike="noStrike" kern="100" baseline="0" dirty="0">
                <a:solidFill>
                  <a:srgbClr val="0F4761"/>
                </a:solidFill>
                <a:latin typeface="Century Gothic" panose="020B0502020202020204" pitchFamily="34" charset="0"/>
              </a:rPr>
              <a:t>Una captura de pantalla de un WhatsApp con mi foto es suficiente</a:t>
            </a:r>
            <a:r>
              <a:rPr lang="es-ES" b="1" i="0" u="none" strike="noStrike" kern="100" baseline="0" dirty="0">
                <a:solidFill>
                  <a:srgbClr val="0F4761"/>
                </a:solidFill>
                <a:latin typeface="Century Gothic" panose="020B0502020202020204" pitchFamily="34" charset="0"/>
              </a:rPr>
              <a:t>?</a:t>
            </a:r>
            <a:r>
              <a:rPr lang="es-ES" b="0" i="0" u="none" strike="noStrike" kern="100" baseline="0" dirty="0">
                <a:solidFill>
                  <a:srgbClr val="0F4761"/>
                </a:solidFill>
                <a:latin typeface="Century Gothic" panose="020B0502020202020204" pitchFamily="34" charset="0"/>
              </a:rPr>
              <a:t> NO. Se requiere el análisis pericial del mensaje de datos original y metadatos.</a:t>
            </a:r>
          </a:p>
        </p:txBody>
      </p:sp>
    </p:spTree>
    <p:extLst>
      <p:ext uri="{BB962C8B-B14F-4D97-AF65-F5344CB8AC3E}">
        <p14:creationId xmlns:p14="http://schemas.microsoft.com/office/powerpoint/2010/main" val="1400234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BDF4D5-9DED-64E9-C400-66D6CCCD6C0A}"/>
              </a:ext>
            </a:extLst>
          </p:cNvPr>
          <p:cNvSpPr>
            <a:spLocks noGrp="1"/>
          </p:cNvSpPr>
          <p:nvPr>
            <p:ph type="title"/>
          </p:nvPr>
        </p:nvSpPr>
        <p:spPr/>
        <p:txBody>
          <a:bodyPr>
            <a:normAutofit/>
          </a:bodyPr>
          <a:lstStyle/>
          <a:p>
            <a:pPr marR="0" algn="ctr" rtl="0"/>
            <a:r>
              <a:rPr lang="es-ES" b="0" i="0" u="none" strike="noStrike" kern="100" baseline="0" dirty="0">
                <a:solidFill>
                  <a:srgbClr val="0F4761"/>
                </a:solidFill>
                <a:latin typeface="Century Gothic" panose="020B0502020202020204" pitchFamily="34" charset="0"/>
              </a:rPr>
              <a:t>5. EL ESPACIO VIRTUAL</a:t>
            </a:r>
            <a:br>
              <a:rPr lang="es-ES" b="0" i="0" u="none" strike="noStrike" kern="100" baseline="0" dirty="0">
                <a:solidFill>
                  <a:srgbClr val="0F4761"/>
                </a:solidFill>
                <a:latin typeface="Century Gothic" panose="020B0502020202020204" pitchFamily="34" charset="0"/>
              </a:rPr>
            </a:br>
            <a:r>
              <a:rPr lang="es-ES" b="0" i="0" u="none" strike="noStrike" kern="100" baseline="0" dirty="0">
                <a:solidFill>
                  <a:srgbClr val="0F4761"/>
                </a:solidFill>
                <a:latin typeface="Century Gothic" panose="020B0502020202020204" pitchFamily="34" charset="0"/>
              </a:rPr>
              <a:t>vs.</a:t>
            </a:r>
            <a:br>
              <a:rPr lang="es-ES" b="0" i="0" u="none" strike="noStrike" kern="100" baseline="0" dirty="0">
                <a:solidFill>
                  <a:srgbClr val="0F4761"/>
                </a:solidFill>
                <a:latin typeface="Century Gothic" panose="020B0502020202020204" pitchFamily="34" charset="0"/>
              </a:rPr>
            </a:br>
            <a:r>
              <a:rPr lang="es-ES" b="0" i="0" u="none" strike="noStrike" kern="100" baseline="0" dirty="0">
                <a:solidFill>
                  <a:srgbClr val="0F4761"/>
                </a:solidFill>
                <a:latin typeface="Century Gothic" panose="020B0502020202020204" pitchFamily="34" charset="0"/>
              </a:rPr>
              <a:t>LA ORDEN JUDICIAL</a:t>
            </a:r>
          </a:p>
        </p:txBody>
      </p:sp>
      <p:sp>
        <p:nvSpPr>
          <p:cNvPr id="3" name="Marcador de texto 2">
            <a:extLst>
              <a:ext uri="{FF2B5EF4-FFF2-40B4-BE49-F238E27FC236}">
                <a16:creationId xmlns:a16="http://schemas.microsoft.com/office/drawing/2014/main" id="{BC6AF8D8-6A6D-4943-D70B-0B01565F235F}"/>
              </a:ext>
            </a:extLst>
          </p:cNvPr>
          <p:cNvSpPr>
            <a:spLocks noGrp="1"/>
          </p:cNvSpPr>
          <p:nvPr>
            <p:ph type="body" idx="1"/>
          </p:nvPr>
        </p:nvSpPr>
        <p:spPr>
          <a:xfrm>
            <a:off x="599607" y="1825624"/>
            <a:ext cx="10972799" cy="4530205"/>
          </a:xfrm>
        </p:spPr>
        <p:txBody>
          <a:bodyPr anchor="ctr">
            <a:normAutofit/>
          </a:bodyPr>
          <a:lstStyle/>
          <a:p>
            <a:pPr marR="0" lvl="0" algn="just" rtl="0"/>
            <a:r>
              <a:rPr lang="es-ES" b="0" i="0" u="none" strike="noStrike" kern="100" baseline="0" dirty="0">
                <a:solidFill>
                  <a:srgbClr val="0F4761"/>
                </a:solidFill>
                <a:latin typeface="Century Gothic" panose="020B0502020202020204" pitchFamily="34" charset="0"/>
              </a:rPr>
              <a:t>ACCESO A LA EVIDENCIA: ¿PÚBLICO O PRIVADO? </a:t>
            </a:r>
          </a:p>
          <a:p>
            <a:pPr marR="0" lvl="1" algn="just" rtl="0"/>
            <a:r>
              <a:rPr lang="es-ES" b="1" i="0" u="none" strike="noStrike" kern="100" baseline="0" dirty="0">
                <a:solidFill>
                  <a:srgbClr val="0F4761"/>
                </a:solidFill>
                <a:latin typeface="Century Gothic" panose="020B0502020202020204" pitchFamily="34" charset="0"/>
              </a:rPr>
              <a:t>Evidencia Pública:</a:t>
            </a:r>
            <a:r>
              <a:rPr lang="es-ES" b="0" i="0" u="none" strike="noStrike" kern="100" baseline="0" dirty="0">
                <a:solidFill>
                  <a:srgbClr val="0F4761"/>
                </a:solidFill>
                <a:latin typeface="Century Gothic" panose="020B0502020202020204" pitchFamily="34" charset="0"/>
              </a:rPr>
              <a:t> Datos en sitios web abiertos o redes sociales sin restricciones de privacidad. El acceso no requiere orden judicial.</a:t>
            </a:r>
          </a:p>
          <a:p>
            <a:pPr marR="0" lvl="1" algn="just" rtl="0"/>
            <a:r>
              <a:rPr lang="es-ES" b="1" i="0" u="none" strike="noStrike" kern="100" baseline="0" dirty="0">
                <a:solidFill>
                  <a:srgbClr val="0F4761"/>
                </a:solidFill>
                <a:latin typeface="Century Gothic" panose="020B0502020202020204" pitchFamily="34" charset="0"/>
              </a:rPr>
              <a:t>Evidencia Privada: </a:t>
            </a:r>
            <a:r>
              <a:rPr lang="es-ES" b="0" i="0" u="none" strike="noStrike" kern="100" baseline="0" dirty="0">
                <a:solidFill>
                  <a:srgbClr val="0F4761"/>
                </a:solidFill>
                <a:latin typeface="Century Gothic" panose="020B0502020202020204" pitchFamily="34" charset="0"/>
              </a:rPr>
              <a:t>Correos electrónicos, historial de navegación, conversaciones de chat (WhatsApp, </a:t>
            </a:r>
            <a:r>
              <a:rPr lang="es-ES" b="0" i="0" u="none" strike="noStrike" kern="100" baseline="0" dirty="0" err="1">
                <a:solidFill>
                  <a:srgbClr val="0F4761"/>
                </a:solidFill>
                <a:latin typeface="Century Gothic" panose="020B0502020202020204" pitchFamily="34" charset="0"/>
              </a:rPr>
              <a:t>Telegram</a:t>
            </a:r>
            <a:r>
              <a:rPr lang="es-ES" b="0" i="0" u="none" strike="noStrike" kern="100" baseline="0" dirty="0">
                <a:solidFill>
                  <a:srgbClr val="0F4761"/>
                </a:solidFill>
                <a:latin typeface="Century Gothic" panose="020B0502020202020204" pitchFamily="34" charset="0"/>
              </a:rPr>
              <a:t>) o datos almacenados en la Nube.</a:t>
            </a:r>
          </a:p>
          <a:p>
            <a:pPr marR="0" lvl="1" algn="just" rtl="0"/>
            <a:r>
              <a:rPr lang="es-ES" b="1" i="0" u="none" strike="noStrike" kern="100" baseline="0" dirty="0">
                <a:solidFill>
                  <a:srgbClr val="0F4761"/>
                </a:solidFill>
                <a:latin typeface="Century Gothic" panose="020B0502020202020204" pitchFamily="34" charset="0"/>
              </a:rPr>
              <a:t>Principio Mexicano:</a:t>
            </a:r>
            <a:r>
              <a:rPr lang="es-ES" b="0" i="0" u="none" strike="noStrike" kern="100" baseline="0" dirty="0">
                <a:solidFill>
                  <a:srgbClr val="0F4761"/>
                </a:solidFill>
                <a:latin typeface="Century Gothic" panose="020B0502020202020204" pitchFamily="34" charset="0"/>
              </a:rPr>
              <a:t> Para acceder a evidencia privada, se requiere control judicial previo para no violar el derecho humano a la privacidad y el secreto de las comunicaciones (Art. 16 Constitucional).</a:t>
            </a:r>
          </a:p>
          <a:p>
            <a:pPr marR="0" lvl="1" algn="just" rtl="0"/>
            <a:r>
              <a:rPr lang="es-ES" b="1" i="0" u="none" strike="noStrike" kern="100" baseline="0" dirty="0">
                <a:solidFill>
                  <a:srgbClr val="0F4761"/>
                </a:solidFill>
                <a:latin typeface="Century Gothic" panose="020B0502020202020204" pitchFamily="34" charset="0"/>
              </a:rPr>
              <a:t>El Perito en la Nube:</a:t>
            </a:r>
            <a:r>
              <a:rPr lang="es-ES" b="0" i="0" u="none" strike="noStrike" kern="100" baseline="0" dirty="0">
                <a:solidFill>
                  <a:srgbClr val="0F4761"/>
                </a:solidFill>
                <a:latin typeface="Century Gothic" panose="020B0502020202020204" pitchFamily="34" charset="0"/>
              </a:rPr>
              <a:t> Su trabajo se restringe a lo que el Juez o Ministerio Público le autoriza a extraer y analizar.</a:t>
            </a:r>
          </a:p>
        </p:txBody>
      </p:sp>
    </p:spTree>
    <p:extLst>
      <p:ext uri="{BB962C8B-B14F-4D97-AF65-F5344CB8AC3E}">
        <p14:creationId xmlns:p14="http://schemas.microsoft.com/office/powerpoint/2010/main" val="16235814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580CFD-80A7-8BAA-CB8B-718C8A7E90D5}"/>
              </a:ext>
            </a:extLst>
          </p:cNvPr>
          <p:cNvSpPr>
            <a:spLocks noGrp="1"/>
          </p:cNvSpPr>
          <p:nvPr>
            <p:ph type="title"/>
          </p:nvPr>
        </p:nvSpPr>
        <p:spPr/>
        <p:txBody>
          <a:bodyPr/>
          <a:lstStyle/>
          <a:p>
            <a:pPr marR="0" algn="ctr" rtl="0"/>
            <a:r>
              <a:rPr lang="es-ES" b="0" i="0" u="none" strike="noStrike" kern="100" baseline="0" dirty="0">
                <a:solidFill>
                  <a:srgbClr val="0F4761"/>
                </a:solidFill>
                <a:latin typeface="Century Gothic" panose="020B0502020202020204" pitchFamily="34" charset="0"/>
              </a:rPr>
              <a:t>6. DERECHO HUMANO A UNA DEFENSA TÉCNICA</a:t>
            </a:r>
          </a:p>
        </p:txBody>
      </p:sp>
      <p:sp>
        <p:nvSpPr>
          <p:cNvPr id="3" name="Marcador de texto 2">
            <a:extLst>
              <a:ext uri="{FF2B5EF4-FFF2-40B4-BE49-F238E27FC236}">
                <a16:creationId xmlns:a16="http://schemas.microsoft.com/office/drawing/2014/main" id="{7FA33041-4E49-6889-974F-FDB7F8F81752}"/>
              </a:ext>
            </a:extLst>
          </p:cNvPr>
          <p:cNvSpPr>
            <a:spLocks noGrp="1"/>
          </p:cNvSpPr>
          <p:nvPr>
            <p:ph type="body" idx="1"/>
          </p:nvPr>
        </p:nvSpPr>
        <p:spPr/>
        <p:txBody>
          <a:bodyPr anchor="ctr">
            <a:normAutofit fontScale="85000" lnSpcReduction="10000"/>
          </a:bodyPr>
          <a:lstStyle/>
          <a:p>
            <a:pPr marR="0" lvl="0" algn="just" rtl="0"/>
            <a:r>
              <a:rPr lang="es-ES" b="0" i="0" u="none" strike="noStrike" kern="100" baseline="0" dirty="0">
                <a:solidFill>
                  <a:srgbClr val="0F4761"/>
                </a:solidFill>
                <a:latin typeface="Century Gothic" panose="020B0502020202020204" pitchFamily="34" charset="0"/>
              </a:rPr>
              <a:t>LA DEFENSA TÉCNICA EN LA PRUEBA DIGITAL </a:t>
            </a:r>
          </a:p>
          <a:p>
            <a:pPr marR="0" lvl="1" algn="just" rtl="0"/>
            <a:r>
              <a:rPr lang="es-ES" b="1" i="0" u="none" strike="noStrike" kern="100" baseline="0" dirty="0">
                <a:solidFill>
                  <a:srgbClr val="0F4761"/>
                </a:solidFill>
                <a:latin typeface="Century Gothic" panose="020B0502020202020204" pitchFamily="34" charset="0"/>
              </a:rPr>
              <a:t>Obligación del Estado:</a:t>
            </a:r>
            <a:r>
              <a:rPr lang="es-ES" b="0" i="0" u="none" strike="noStrike" kern="100" baseline="0" dirty="0">
                <a:solidFill>
                  <a:srgbClr val="0F4761"/>
                </a:solidFill>
                <a:latin typeface="Century Gothic" panose="020B0502020202020204" pitchFamily="34" charset="0"/>
              </a:rPr>
              <a:t> Garantizar que el imputado (y la víctima) tengan acceso a una defensa especializada, que incluya la posibilidad de nombrar a un perito informático de parte.</a:t>
            </a:r>
          </a:p>
          <a:p>
            <a:pPr marR="0" lvl="1" algn="just" rtl="0"/>
            <a:r>
              <a:rPr lang="es-ES" b="1" i="0" u="none" strike="noStrike" kern="100" baseline="0" dirty="0">
                <a:solidFill>
                  <a:srgbClr val="0F4761"/>
                </a:solidFill>
                <a:latin typeface="Century Gothic" panose="020B0502020202020204" pitchFamily="34" charset="0"/>
              </a:rPr>
              <a:t>Principio de Contradicción:</a:t>
            </a:r>
            <a:r>
              <a:rPr lang="es-ES" b="0" i="0" u="none" strike="noStrike" kern="100" baseline="0" dirty="0">
                <a:solidFill>
                  <a:srgbClr val="0F4761"/>
                </a:solidFill>
                <a:latin typeface="Century Gothic" panose="020B0502020202020204" pitchFamily="34" charset="0"/>
              </a:rPr>
              <a:t> La defensa tiene el derecho a solicitar una meta-pericia (análisis crítico del dictamen del perito oficial) para cuestionar la metodología y conclusiones.</a:t>
            </a:r>
          </a:p>
          <a:p>
            <a:pPr marR="0" lvl="1" algn="just" rtl="0"/>
            <a:r>
              <a:rPr lang="es-ES" b="1" i="0" u="none" strike="noStrike" kern="100" baseline="0" dirty="0">
                <a:solidFill>
                  <a:srgbClr val="0F4761"/>
                </a:solidFill>
                <a:latin typeface="Century Gothic" panose="020B0502020202020204" pitchFamily="34" charset="0"/>
              </a:rPr>
              <a:t>Requisito del Abogado:</a:t>
            </a:r>
            <a:r>
              <a:rPr lang="es-ES" b="0" i="0" u="none" strike="noStrike" kern="100" baseline="0" dirty="0">
                <a:solidFill>
                  <a:srgbClr val="0F4761"/>
                </a:solidFill>
                <a:latin typeface="Century Gothic" panose="020B0502020202020204" pitchFamily="34" charset="0"/>
              </a:rPr>
              <a:t> El defensor no solo debe ser abogado, sino tener conocimientos básicos de informática forense para cuestionar la cadena de custodia y la validez técnica del dictamen.</a:t>
            </a:r>
          </a:p>
          <a:p>
            <a:pPr marR="0" lvl="1" algn="just" rtl="0"/>
            <a:r>
              <a:rPr lang="es-ES" b="1" i="0" u="none" strike="noStrike" kern="100" baseline="0" dirty="0">
                <a:solidFill>
                  <a:srgbClr val="0F4761"/>
                </a:solidFill>
                <a:latin typeface="Century Gothic" panose="020B0502020202020204" pitchFamily="34" charset="0"/>
              </a:rPr>
              <a:t>Conclusión:</a:t>
            </a:r>
            <a:r>
              <a:rPr lang="es-ES" b="0" i="0" u="none" strike="noStrike" kern="100" baseline="0" dirty="0">
                <a:solidFill>
                  <a:srgbClr val="0F4761"/>
                </a:solidFill>
                <a:latin typeface="Century Gothic" panose="020B0502020202020204" pitchFamily="34" charset="0"/>
              </a:rPr>
              <a:t> El Perito Informático de la Defensa es esencial para equilibrar la balanza, garantizando un debido proceso en la era digital.</a:t>
            </a:r>
          </a:p>
        </p:txBody>
      </p:sp>
    </p:spTree>
    <p:extLst>
      <p:ext uri="{BB962C8B-B14F-4D97-AF65-F5344CB8AC3E}">
        <p14:creationId xmlns:p14="http://schemas.microsoft.com/office/powerpoint/2010/main" val="3895801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9C569A-B514-AAA2-A0A8-528E08F04DD6}"/>
              </a:ext>
            </a:extLst>
          </p:cNvPr>
          <p:cNvSpPr>
            <a:spLocks noGrp="1"/>
          </p:cNvSpPr>
          <p:nvPr>
            <p:ph type="title"/>
          </p:nvPr>
        </p:nvSpPr>
        <p:spPr/>
        <p:txBody>
          <a:bodyPr/>
          <a:lstStyle/>
          <a:p>
            <a:pPr marR="0" algn="ctr" rtl="0"/>
            <a:r>
              <a:rPr lang="es-ES" b="0" i="0" u="none" strike="noStrike" kern="100" baseline="0" dirty="0">
                <a:solidFill>
                  <a:srgbClr val="0F4761"/>
                </a:solidFill>
                <a:latin typeface="Century Gothic" panose="020B0502020202020204" pitchFamily="34" charset="0"/>
              </a:rPr>
              <a:t>7. TAXONOMÍA:</a:t>
            </a:r>
            <a:br>
              <a:rPr lang="es-ES" b="0" i="0" u="none" strike="noStrike" kern="100" baseline="0" dirty="0">
                <a:solidFill>
                  <a:srgbClr val="0F4761"/>
                </a:solidFill>
                <a:latin typeface="Century Gothic" panose="020B0502020202020204" pitchFamily="34" charset="0"/>
              </a:rPr>
            </a:br>
            <a:r>
              <a:rPr lang="es-ES" b="1" i="0" u="none" strike="noStrike" kern="100" baseline="0" dirty="0">
                <a:solidFill>
                  <a:srgbClr val="0F4761"/>
                </a:solidFill>
                <a:latin typeface="Century Gothic" panose="020B0502020202020204" pitchFamily="34" charset="0"/>
              </a:rPr>
              <a:t>¿</a:t>
            </a:r>
            <a:r>
              <a:rPr lang="es-ES" b="0" i="0" u="none" strike="noStrike" kern="100" baseline="0" dirty="0">
                <a:solidFill>
                  <a:srgbClr val="0F4761"/>
                </a:solidFill>
                <a:latin typeface="Century Gothic" panose="020B0502020202020204" pitchFamily="34" charset="0"/>
              </a:rPr>
              <a:t>QUÉ DELITOS NECESITAN PERITOS</a:t>
            </a:r>
            <a:r>
              <a:rPr lang="es-ES" b="1" i="0" u="none" strike="noStrike" kern="100" baseline="0" dirty="0">
                <a:solidFill>
                  <a:srgbClr val="0F4761"/>
                </a:solidFill>
                <a:latin typeface="Century Gothic" panose="020B0502020202020204" pitchFamily="34" charset="0"/>
              </a:rPr>
              <a:t>?</a:t>
            </a:r>
          </a:p>
        </p:txBody>
      </p:sp>
      <p:sp>
        <p:nvSpPr>
          <p:cNvPr id="3" name="Marcador de texto 2">
            <a:extLst>
              <a:ext uri="{FF2B5EF4-FFF2-40B4-BE49-F238E27FC236}">
                <a16:creationId xmlns:a16="http://schemas.microsoft.com/office/drawing/2014/main" id="{1943B8B3-CD71-B277-A708-603CB3E65C5C}"/>
              </a:ext>
            </a:extLst>
          </p:cNvPr>
          <p:cNvSpPr>
            <a:spLocks noGrp="1"/>
          </p:cNvSpPr>
          <p:nvPr>
            <p:ph type="body" idx="1"/>
          </p:nvPr>
        </p:nvSpPr>
        <p:spPr/>
        <p:txBody>
          <a:bodyPr anchor="ctr">
            <a:normAutofit fontScale="77500" lnSpcReduction="20000"/>
          </a:bodyPr>
          <a:lstStyle/>
          <a:p>
            <a:pPr marR="0" lvl="0" algn="just" rtl="0"/>
            <a:r>
              <a:rPr lang="es-ES" b="0" i="0" u="none" strike="noStrike" kern="100" baseline="0" dirty="0">
                <a:solidFill>
                  <a:srgbClr val="0F4761"/>
                </a:solidFill>
                <a:latin typeface="Century Gothic" panose="020B0502020202020204" pitchFamily="34" charset="0"/>
              </a:rPr>
              <a:t>TIPOLOGÍA DE DELITOS: LA FUENTE DE LA EVIDENCIA</a:t>
            </a:r>
          </a:p>
          <a:p>
            <a:pPr marR="0" lvl="1" algn="just" rtl="0"/>
            <a:r>
              <a:rPr lang="es-ES" b="1" i="0" u="none" strike="noStrike" kern="100" baseline="0" dirty="0">
                <a:solidFill>
                  <a:srgbClr val="0F4761"/>
                </a:solidFill>
                <a:latin typeface="Century Gothic" panose="020B0502020202020204" pitchFamily="34" charset="0"/>
              </a:rPr>
              <a:t>Delitos Informáticos Puros:</a:t>
            </a:r>
            <a:r>
              <a:rPr lang="es-ES" b="0" i="0" u="none" strike="noStrike" kern="100" baseline="0" dirty="0">
                <a:solidFill>
                  <a:srgbClr val="0F4761"/>
                </a:solidFill>
                <a:latin typeface="Century Gothic" panose="020B0502020202020204" pitchFamily="34" charset="0"/>
              </a:rPr>
              <a:t> Aquellos donde la </a:t>
            </a:r>
            <a:r>
              <a:rPr lang="es-ES" b="1" i="0" u="none" strike="noStrike" kern="100" baseline="0" dirty="0">
                <a:solidFill>
                  <a:srgbClr val="0F4761"/>
                </a:solidFill>
                <a:latin typeface="Century Gothic" panose="020B0502020202020204" pitchFamily="34" charset="0"/>
              </a:rPr>
              <a:t>computadora es el fin y el medio</a:t>
            </a:r>
            <a:r>
              <a:rPr lang="es-ES" b="0" i="0" u="none" strike="noStrike" kern="100" baseline="0" dirty="0">
                <a:solidFill>
                  <a:srgbClr val="0F4761"/>
                </a:solidFill>
                <a:latin typeface="Century Gothic" panose="020B0502020202020204" pitchFamily="34" charset="0"/>
              </a:rPr>
              <a:t> (</a:t>
            </a:r>
            <a:r>
              <a:rPr lang="es-ES" b="0" i="1" u="none" strike="noStrike" kern="100" baseline="0" dirty="0">
                <a:solidFill>
                  <a:srgbClr val="0F4761"/>
                </a:solidFill>
                <a:latin typeface="Century Gothic" panose="020B0502020202020204" pitchFamily="34" charset="0"/>
              </a:rPr>
              <a:t>el </a:t>
            </a:r>
            <a:r>
              <a:rPr lang="es-ES" b="0" i="1" u="none" strike="noStrike" kern="100" baseline="0" dirty="0" err="1">
                <a:solidFill>
                  <a:srgbClr val="0F4761"/>
                </a:solidFill>
                <a:latin typeface="Century Gothic" panose="020B0502020202020204" pitchFamily="34" charset="0"/>
              </a:rPr>
              <a:t>iter</a:t>
            </a:r>
            <a:r>
              <a:rPr lang="es-ES" b="0" i="1" u="none" strike="noStrike" kern="100" baseline="0" dirty="0">
                <a:solidFill>
                  <a:srgbClr val="0F4761"/>
                </a:solidFill>
                <a:latin typeface="Century Gothic" panose="020B0502020202020204" pitchFamily="34" charset="0"/>
              </a:rPr>
              <a:t> </a:t>
            </a:r>
            <a:r>
              <a:rPr lang="es-ES" b="0" i="1" u="none" strike="noStrike" kern="100" baseline="0" dirty="0" err="1">
                <a:solidFill>
                  <a:srgbClr val="0F4761"/>
                </a:solidFill>
                <a:latin typeface="Century Gothic" panose="020B0502020202020204" pitchFamily="34" charset="0"/>
              </a:rPr>
              <a:t>criminis</a:t>
            </a:r>
            <a:r>
              <a:rPr lang="es-ES" b="0" i="0" u="none" strike="noStrike" kern="100" baseline="0" dirty="0">
                <a:solidFill>
                  <a:srgbClr val="0F4761"/>
                </a:solidFill>
                <a:latin typeface="Century Gothic" panose="020B0502020202020204" pitchFamily="34" charset="0"/>
              </a:rPr>
              <a:t> se agota en el entorno digital).</a:t>
            </a:r>
          </a:p>
          <a:p>
            <a:pPr marR="0" lvl="1" algn="just" rtl="0"/>
            <a:r>
              <a:rPr lang="es-ES" b="1" i="0" u="none" strike="noStrike" kern="100" baseline="0" dirty="0">
                <a:solidFill>
                  <a:srgbClr val="0F4761"/>
                </a:solidFill>
                <a:latin typeface="Century Gothic" panose="020B0502020202020204" pitchFamily="34" charset="0"/>
              </a:rPr>
              <a:t>Ejemplos Puros:</a:t>
            </a:r>
            <a:r>
              <a:rPr lang="es-ES" b="0" i="0" u="none" strike="noStrike" kern="100" baseline="0" dirty="0">
                <a:solidFill>
                  <a:srgbClr val="0F4761"/>
                </a:solidFill>
                <a:latin typeface="Century Gothic" panose="020B0502020202020204" pitchFamily="34" charset="0"/>
              </a:rPr>
              <a:t> </a:t>
            </a:r>
            <a:r>
              <a:rPr lang="es-ES" b="0" i="1" u="none" strike="noStrike" kern="100" baseline="0" dirty="0">
                <a:solidFill>
                  <a:srgbClr val="0F4761"/>
                </a:solidFill>
                <a:latin typeface="Century Gothic" panose="020B0502020202020204" pitchFamily="34" charset="0"/>
              </a:rPr>
              <a:t>Hacking</a:t>
            </a:r>
            <a:r>
              <a:rPr lang="es-ES" b="0" i="0" u="none" strike="noStrike" kern="100" baseline="0" dirty="0">
                <a:solidFill>
                  <a:srgbClr val="0F4761"/>
                </a:solidFill>
                <a:latin typeface="Century Gothic" panose="020B0502020202020204" pitchFamily="34" charset="0"/>
              </a:rPr>
              <a:t> (acceso no autorizado), difusión de </a:t>
            </a:r>
            <a:r>
              <a:rPr lang="es-ES" b="0" i="1" u="none" strike="noStrike" kern="100" baseline="0" dirty="0">
                <a:solidFill>
                  <a:srgbClr val="0F4761"/>
                </a:solidFill>
                <a:latin typeface="Century Gothic" panose="020B0502020202020204" pitchFamily="34" charset="0"/>
              </a:rPr>
              <a:t>malware</a:t>
            </a:r>
            <a:r>
              <a:rPr lang="es-ES" b="0" i="0" u="none" strike="noStrike" kern="100" baseline="0" dirty="0">
                <a:solidFill>
                  <a:srgbClr val="0F4761"/>
                </a:solidFill>
                <a:latin typeface="Century Gothic" panose="020B0502020202020204" pitchFamily="34" charset="0"/>
              </a:rPr>
              <a:t>, suplantación de identidad en sistemas.</a:t>
            </a:r>
          </a:p>
          <a:p>
            <a:pPr marR="0" lvl="1" algn="just" rtl="0"/>
            <a:r>
              <a:rPr lang="es-ES" b="1" i="0" u="none" strike="noStrike" kern="100" baseline="0" dirty="0">
                <a:solidFill>
                  <a:srgbClr val="0F4761"/>
                </a:solidFill>
                <a:latin typeface="Century Gothic" panose="020B0502020202020204" pitchFamily="34" charset="0"/>
              </a:rPr>
              <a:t>Delitos Informáticos Mixtos:</a:t>
            </a:r>
            <a:r>
              <a:rPr lang="es-ES" b="0" i="0" u="none" strike="noStrike" kern="100" baseline="0" dirty="0">
                <a:solidFill>
                  <a:srgbClr val="0F4761"/>
                </a:solidFill>
                <a:latin typeface="Century Gothic" panose="020B0502020202020204" pitchFamily="34" charset="0"/>
              </a:rPr>
              <a:t> Aquellos donde la </a:t>
            </a:r>
            <a:r>
              <a:rPr lang="es-ES" b="1" i="0" u="none" strike="noStrike" kern="100" baseline="0" dirty="0">
                <a:solidFill>
                  <a:srgbClr val="0F4761"/>
                </a:solidFill>
                <a:latin typeface="Century Gothic" panose="020B0502020202020204" pitchFamily="34" charset="0"/>
              </a:rPr>
              <a:t>computadora es un instrumento</a:t>
            </a:r>
            <a:r>
              <a:rPr lang="es-ES" b="0" i="0" u="none" strike="noStrike" kern="100" baseline="0" dirty="0">
                <a:solidFill>
                  <a:srgbClr val="0F4761"/>
                </a:solidFill>
                <a:latin typeface="Century Gothic" panose="020B0502020202020204" pitchFamily="34" charset="0"/>
              </a:rPr>
              <a:t> para cometer un delito tradicional.</a:t>
            </a:r>
          </a:p>
          <a:p>
            <a:pPr marR="0" lvl="1" algn="just" rtl="0"/>
            <a:r>
              <a:rPr lang="es-ES" b="1" i="0" u="none" strike="noStrike" kern="100" baseline="0" dirty="0">
                <a:solidFill>
                  <a:srgbClr val="0F4761"/>
                </a:solidFill>
                <a:latin typeface="Century Gothic" panose="020B0502020202020204" pitchFamily="34" charset="0"/>
              </a:rPr>
              <a:t>Ejemplos Mixtos:</a:t>
            </a:r>
            <a:r>
              <a:rPr lang="es-ES" b="0" i="0" u="none" strike="noStrike" kern="100" baseline="0" dirty="0">
                <a:solidFill>
                  <a:srgbClr val="0F4761"/>
                </a:solidFill>
                <a:latin typeface="Century Gothic" panose="020B0502020202020204" pitchFamily="34" charset="0"/>
              </a:rPr>
              <a:t> Fraude electrónico (defraudación), Acoso (</a:t>
            </a:r>
            <a:r>
              <a:rPr lang="es-ES" b="0" i="0" u="none" strike="noStrike" kern="100" baseline="0" dirty="0" err="1">
                <a:solidFill>
                  <a:srgbClr val="0F4761"/>
                </a:solidFill>
                <a:latin typeface="Century Gothic" panose="020B0502020202020204" pitchFamily="34" charset="0"/>
              </a:rPr>
              <a:t>cyberbullying</a:t>
            </a:r>
            <a:r>
              <a:rPr lang="es-ES" b="0" i="0" u="none" strike="noStrike" kern="100" baseline="0" dirty="0">
                <a:solidFill>
                  <a:srgbClr val="0F4761"/>
                </a:solidFill>
                <a:latin typeface="Century Gothic" panose="020B0502020202020204" pitchFamily="34" charset="0"/>
              </a:rPr>
              <a:t>), Extorsión (mensajes de texto).</a:t>
            </a:r>
          </a:p>
          <a:p>
            <a:pPr marR="0" lvl="1" algn="just" rtl="0"/>
            <a:r>
              <a:rPr lang="es-ES" b="1" i="0" u="none" strike="noStrike" kern="100" baseline="0" dirty="0">
                <a:solidFill>
                  <a:srgbClr val="0F4761"/>
                </a:solidFill>
                <a:latin typeface="Century Gothic" panose="020B0502020202020204" pitchFamily="34" charset="0"/>
              </a:rPr>
              <a:t>Rol del Perito: </a:t>
            </a:r>
            <a:r>
              <a:rPr lang="es-ES" b="0" i="0" u="none" strike="noStrike" kern="100" baseline="0" dirty="0">
                <a:solidFill>
                  <a:srgbClr val="0F4761"/>
                </a:solidFill>
                <a:latin typeface="Century Gothic" panose="020B0502020202020204" pitchFamily="34" charset="0"/>
              </a:rPr>
              <a:t>En Puros: Acreditar la intrusión, los logs del sistema y el código. En Mixtos: Autenticar el mensaje de datos, la línea de tiempo y la ubicación.</a:t>
            </a:r>
          </a:p>
          <a:p>
            <a:pPr marR="0" lvl="1" algn="just" rtl="0"/>
            <a:r>
              <a:rPr lang="es-ES" b="1" i="0" u="none" strike="noStrike" kern="100" baseline="0" dirty="0">
                <a:solidFill>
                  <a:srgbClr val="0F4761"/>
                </a:solidFill>
                <a:latin typeface="Century Gothic" panose="020B0502020202020204" pitchFamily="34" charset="0"/>
              </a:rPr>
              <a:t>Conclusión:</a:t>
            </a:r>
            <a:r>
              <a:rPr lang="es-ES" b="0" i="0" u="none" strike="noStrike" kern="100" baseline="0" dirty="0">
                <a:solidFill>
                  <a:srgbClr val="0F4761"/>
                </a:solidFill>
                <a:latin typeface="Century Gothic" panose="020B0502020202020204" pitchFamily="34" charset="0"/>
              </a:rPr>
              <a:t> Todo delito moderno deja una huella digital que requiere la intervención del perito para su correcta clasificación y prueba.</a:t>
            </a:r>
          </a:p>
        </p:txBody>
      </p:sp>
    </p:spTree>
    <p:extLst>
      <p:ext uri="{BB962C8B-B14F-4D97-AF65-F5344CB8AC3E}">
        <p14:creationId xmlns:p14="http://schemas.microsoft.com/office/powerpoint/2010/main" val="23561204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79BD21-DDDC-927A-5B09-B75576E10C8F}"/>
              </a:ext>
            </a:extLst>
          </p:cNvPr>
          <p:cNvSpPr>
            <a:spLocks noGrp="1"/>
          </p:cNvSpPr>
          <p:nvPr>
            <p:ph type="title"/>
          </p:nvPr>
        </p:nvSpPr>
        <p:spPr/>
        <p:txBody>
          <a:bodyPr/>
          <a:lstStyle/>
          <a:p>
            <a:pPr marR="0" algn="ctr" rtl="0"/>
            <a:r>
              <a:rPr lang="es-ES" b="0" i="0" u="none" strike="noStrike" kern="100" baseline="0" dirty="0">
                <a:solidFill>
                  <a:srgbClr val="0F4761"/>
                </a:solidFill>
                <a:latin typeface="Century Gothic" panose="020B0502020202020204" pitchFamily="34" charset="0"/>
              </a:rPr>
              <a:t>8. PERSPECTIVA DE LA DEFENSA: LA META-PERICIA</a:t>
            </a:r>
          </a:p>
        </p:txBody>
      </p:sp>
      <p:sp>
        <p:nvSpPr>
          <p:cNvPr id="3" name="Marcador de texto 2">
            <a:extLst>
              <a:ext uri="{FF2B5EF4-FFF2-40B4-BE49-F238E27FC236}">
                <a16:creationId xmlns:a16="http://schemas.microsoft.com/office/drawing/2014/main" id="{4923D4FA-0D59-B2F9-53C4-3B6FFA9BD82C}"/>
              </a:ext>
            </a:extLst>
          </p:cNvPr>
          <p:cNvSpPr>
            <a:spLocks noGrp="1"/>
          </p:cNvSpPr>
          <p:nvPr>
            <p:ph type="body" idx="1"/>
          </p:nvPr>
        </p:nvSpPr>
        <p:spPr>
          <a:xfrm>
            <a:off x="584617" y="1825625"/>
            <a:ext cx="11167672" cy="4667250"/>
          </a:xfrm>
        </p:spPr>
        <p:txBody>
          <a:bodyPr anchor="ctr">
            <a:normAutofit fontScale="92500"/>
          </a:bodyPr>
          <a:lstStyle/>
          <a:p>
            <a:pPr marR="0" lvl="0" algn="just" rtl="0"/>
            <a:r>
              <a:rPr lang="es-ES" b="0" i="0" u="none" strike="noStrike" kern="100" baseline="0" dirty="0">
                <a:solidFill>
                  <a:srgbClr val="0F4761"/>
                </a:solidFill>
                <a:latin typeface="Century Gothic" panose="020B0502020202020204" pitchFamily="34" charset="0"/>
              </a:rPr>
              <a:t>CONTROL CRUZADO: LA FUNCIÓN CRÍTICA DE LA DEFENSA</a:t>
            </a:r>
          </a:p>
          <a:p>
            <a:pPr marR="0" lvl="1" algn="just" rtl="0"/>
            <a:r>
              <a:rPr lang="es-ES" b="1" i="0" u="none" strike="noStrike" kern="100" baseline="0" dirty="0">
                <a:solidFill>
                  <a:srgbClr val="0F4761"/>
                </a:solidFill>
                <a:latin typeface="Century Gothic" panose="020B0502020202020204" pitchFamily="34" charset="0"/>
              </a:rPr>
              <a:t>Concepto Clave:</a:t>
            </a:r>
            <a:r>
              <a:rPr lang="es-ES" b="0" i="0" u="none" strike="noStrike" kern="100" baseline="0" dirty="0">
                <a:solidFill>
                  <a:srgbClr val="0F4761"/>
                </a:solidFill>
                <a:latin typeface="Century Gothic" panose="020B0502020202020204" pitchFamily="34" charset="0"/>
              </a:rPr>
              <a:t> La Meta-Pericia no es un nuevo peritaje; es un análisis técnico-legal del trabajo realizado por el perito oficial.</a:t>
            </a:r>
          </a:p>
          <a:p>
            <a:pPr marR="0" lvl="1" algn="just" rtl="0"/>
            <a:r>
              <a:rPr lang="es-ES" b="1" i="0" u="none" strike="noStrike" kern="100" baseline="0" dirty="0">
                <a:solidFill>
                  <a:srgbClr val="0F4761"/>
                </a:solidFill>
                <a:latin typeface="Century Gothic" panose="020B0502020202020204" pitchFamily="34" charset="0"/>
              </a:rPr>
              <a:t>Objetivo Principal:</a:t>
            </a:r>
            <a:r>
              <a:rPr lang="es-ES" b="0" i="0" u="none" strike="noStrike" kern="100" baseline="0" dirty="0">
                <a:solidFill>
                  <a:srgbClr val="0F4761"/>
                </a:solidFill>
                <a:latin typeface="Century Gothic" panose="020B0502020202020204" pitchFamily="34" charset="0"/>
              </a:rPr>
              <a:t> Cuestionar la metodología y el cumplimiento de la Cadena de Custodia del perito oficial.</a:t>
            </a:r>
          </a:p>
          <a:p>
            <a:pPr marR="0" lvl="1" algn="just" rtl="0"/>
            <a:r>
              <a:rPr lang="es-ES" b="1" i="0" u="none" strike="noStrike" kern="100" baseline="0" dirty="0">
                <a:solidFill>
                  <a:srgbClr val="0F4761"/>
                </a:solidFill>
                <a:latin typeface="Century Gothic" panose="020B0502020202020204" pitchFamily="34" charset="0"/>
              </a:rPr>
              <a:t>Focos de Impugnación:</a:t>
            </a:r>
            <a:r>
              <a:rPr lang="es-ES" b="0" i="0" u="none" strike="noStrike" kern="100" baseline="0" dirty="0">
                <a:solidFill>
                  <a:srgbClr val="0F4761"/>
                </a:solidFill>
                <a:latin typeface="Century Gothic" panose="020B0502020202020204" pitchFamily="34" charset="0"/>
              </a:rPr>
              <a:t> </a:t>
            </a:r>
            <a:r>
              <a:rPr lang="es-ES" b="1" i="0" u="none" strike="noStrike" kern="100" baseline="0" dirty="0">
                <a:solidFill>
                  <a:srgbClr val="0F4761"/>
                </a:solidFill>
                <a:latin typeface="Century Gothic" panose="020B0502020202020204" pitchFamily="34" charset="0"/>
              </a:rPr>
              <a:t>1. Integridad:</a:t>
            </a:r>
            <a:r>
              <a:rPr lang="es-ES" b="0" i="0" u="none" strike="noStrike" kern="100" baseline="0" dirty="0">
                <a:solidFill>
                  <a:srgbClr val="0F4761"/>
                </a:solidFill>
                <a:latin typeface="Century Gothic" panose="020B0502020202020204" pitchFamily="34" charset="0"/>
              </a:rPr>
              <a:t> ¿Se calculó el hash correctamente? </a:t>
            </a:r>
            <a:r>
              <a:rPr lang="es-ES" b="1" i="0" u="none" strike="noStrike" kern="100" baseline="0" dirty="0">
                <a:solidFill>
                  <a:srgbClr val="0F4761"/>
                </a:solidFill>
                <a:latin typeface="Century Gothic" panose="020B0502020202020204" pitchFamily="34" charset="0"/>
              </a:rPr>
              <a:t>2. Legalidad:</a:t>
            </a:r>
            <a:r>
              <a:rPr lang="es-ES" b="0" i="0" u="none" strike="noStrike" kern="100" baseline="0" dirty="0">
                <a:solidFill>
                  <a:srgbClr val="0F4761"/>
                </a:solidFill>
                <a:latin typeface="Century Gothic" panose="020B0502020202020204" pitchFamily="34" charset="0"/>
              </a:rPr>
              <a:t> ¿El software utilizado es forense y validado? 3. </a:t>
            </a:r>
            <a:r>
              <a:rPr lang="es-ES" b="1" i="0" u="none" strike="noStrike" kern="100" baseline="0" dirty="0">
                <a:solidFill>
                  <a:srgbClr val="0F4761"/>
                </a:solidFill>
                <a:latin typeface="Century Gothic" panose="020B0502020202020204" pitchFamily="34" charset="0"/>
              </a:rPr>
              <a:t>Competencia:</a:t>
            </a:r>
            <a:r>
              <a:rPr lang="es-ES" b="0" i="0" u="none" strike="noStrike" kern="100" baseline="0" dirty="0">
                <a:solidFill>
                  <a:srgbClr val="0F4761"/>
                </a:solidFill>
                <a:latin typeface="Century Gothic" panose="020B0502020202020204" pitchFamily="34" charset="0"/>
              </a:rPr>
              <a:t> ¿El perito oficial está debidamente certificado y tiene experiencia en la tecnología específica?</a:t>
            </a:r>
          </a:p>
          <a:p>
            <a:pPr marR="0" lvl="1" algn="just" rtl="0"/>
            <a:r>
              <a:rPr lang="es-ES" b="1" i="0" u="none" strike="noStrike" kern="100" baseline="0" dirty="0">
                <a:solidFill>
                  <a:srgbClr val="0F4761"/>
                </a:solidFill>
                <a:latin typeface="Century Gothic" panose="020B0502020202020204" pitchFamily="34" charset="0"/>
              </a:rPr>
              <a:t>Principio Garantizado:</a:t>
            </a:r>
            <a:r>
              <a:rPr lang="es-ES" b="0" i="0" u="none" strike="noStrike" kern="100" baseline="0" dirty="0">
                <a:solidFill>
                  <a:srgbClr val="0F4761"/>
                </a:solidFill>
                <a:latin typeface="Century Gothic" panose="020B0502020202020204" pitchFamily="34" charset="0"/>
              </a:rPr>
              <a:t> Igualdad de Armas y Contradicción. El Juez no puede basar su fallo en una prueba que no resistió el examen técnico de la contraparte.</a:t>
            </a:r>
          </a:p>
          <a:p>
            <a:pPr marR="0" lvl="1" algn="just" rtl="0"/>
            <a:r>
              <a:rPr lang="es-ES" b="1" i="0" u="none" strike="noStrike" kern="100" baseline="0" dirty="0">
                <a:solidFill>
                  <a:srgbClr val="0F4761"/>
                </a:solidFill>
                <a:latin typeface="Century Gothic" panose="020B0502020202020204" pitchFamily="34" charset="0"/>
              </a:rPr>
              <a:t>Pregunta a la Clase</a:t>
            </a:r>
            <a:r>
              <a:rPr lang="es-ES" b="0" i="0" u="none" strike="noStrike" kern="100" baseline="0" dirty="0">
                <a:solidFill>
                  <a:srgbClr val="0F4761"/>
                </a:solidFill>
                <a:latin typeface="Century Gothic" panose="020B0502020202020204" pitchFamily="34" charset="0"/>
              </a:rPr>
              <a:t> </a:t>
            </a:r>
            <a:r>
              <a:rPr lang="es-ES" b="1" i="0" u="none" strike="noStrike" kern="100" baseline="0" dirty="0">
                <a:solidFill>
                  <a:srgbClr val="0F4761"/>
                </a:solidFill>
                <a:latin typeface="Century Gothic" panose="020B0502020202020204" pitchFamily="34" charset="0"/>
              </a:rPr>
              <a:t>¿</a:t>
            </a:r>
            <a:r>
              <a:rPr lang="es-ES" b="0" i="0" u="none" strike="noStrike" kern="100" baseline="0" dirty="0">
                <a:solidFill>
                  <a:srgbClr val="0F4761"/>
                </a:solidFill>
                <a:latin typeface="Century Gothic" panose="020B0502020202020204" pitchFamily="34" charset="0"/>
              </a:rPr>
              <a:t>Un hash idéntico garantiza que la evidencia es original</a:t>
            </a:r>
            <a:r>
              <a:rPr lang="es-ES" b="1" i="0" u="none" strike="noStrike" kern="100" baseline="0" dirty="0">
                <a:solidFill>
                  <a:srgbClr val="0F4761"/>
                </a:solidFill>
                <a:latin typeface="Century Gothic" panose="020B0502020202020204" pitchFamily="34" charset="0"/>
              </a:rPr>
              <a:t>?</a:t>
            </a:r>
            <a:r>
              <a:rPr lang="es-ES" b="0" i="0" u="none" strike="noStrike" kern="100" baseline="0" dirty="0">
                <a:solidFill>
                  <a:srgbClr val="0F4761"/>
                </a:solidFill>
                <a:latin typeface="Century Gothic" panose="020B0502020202020204" pitchFamily="34" charset="0"/>
              </a:rPr>
              <a:t> (Respuesta: Garantiza que no fue alterada desde la recolección, pero el perito de la defensa revisa si la recolección fue legal).</a:t>
            </a:r>
          </a:p>
        </p:txBody>
      </p:sp>
    </p:spTree>
    <p:extLst>
      <p:ext uri="{BB962C8B-B14F-4D97-AF65-F5344CB8AC3E}">
        <p14:creationId xmlns:p14="http://schemas.microsoft.com/office/powerpoint/2010/main" val="40875723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38A384-E5FC-164D-FEF7-0E0FA6F7827F}"/>
              </a:ext>
            </a:extLst>
          </p:cNvPr>
          <p:cNvSpPr>
            <a:spLocks noGrp="1"/>
          </p:cNvSpPr>
          <p:nvPr>
            <p:ph type="title"/>
          </p:nvPr>
        </p:nvSpPr>
        <p:spPr/>
        <p:txBody>
          <a:bodyPr/>
          <a:lstStyle/>
          <a:p>
            <a:pPr marR="0" algn="ctr" rtl="0">
              <a:lnSpc>
                <a:spcPct val="100000"/>
              </a:lnSpc>
            </a:pPr>
            <a:r>
              <a:rPr lang="es-ES" b="0" i="0" u="none" strike="noStrike" kern="100" baseline="0" dirty="0">
                <a:solidFill>
                  <a:srgbClr val="0F4761"/>
                </a:solidFill>
                <a:latin typeface="Century Gothic" panose="020B0502020202020204" pitchFamily="34" charset="0"/>
              </a:rPr>
              <a:t>Resumen y Llamada a la Acción</a:t>
            </a:r>
          </a:p>
        </p:txBody>
      </p:sp>
      <p:sp>
        <p:nvSpPr>
          <p:cNvPr id="3" name="Marcador de texto 2">
            <a:extLst>
              <a:ext uri="{FF2B5EF4-FFF2-40B4-BE49-F238E27FC236}">
                <a16:creationId xmlns:a16="http://schemas.microsoft.com/office/drawing/2014/main" id="{A2F01CFE-E7E3-68D3-CB0F-61B19138BCB0}"/>
              </a:ext>
            </a:extLst>
          </p:cNvPr>
          <p:cNvSpPr>
            <a:spLocks noGrp="1"/>
          </p:cNvSpPr>
          <p:nvPr>
            <p:ph type="body" idx="1"/>
          </p:nvPr>
        </p:nvSpPr>
        <p:spPr/>
        <p:txBody>
          <a:bodyPr anchor="ctr">
            <a:normAutofit fontScale="85000" lnSpcReduction="10000"/>
          </a:bodyPr>
          <a:lstStyle/>
          <a:p>
            <a:pPr marR="0" lvl="0" algn="just" rtl="0"/>
            <a:r>
              <a:rPr lang="es-ES" b="0" i="0" u="none" strike="noStrike" kern="100" baseline="0" dirty="0">
                <a:solidFill>
                  <a:srgbClr val="0F4761"/>
                </a:solidFill>
                <a:latin typeface="Century Gothic" panose="020B0502020202020204" pitchFamily="34" charset="0"/>
              </a:rPr>
              <a:t>CONCLUSIONES: EL JURISTA DIGITAL DEL MAÑANA</a:t>
            </a:r>
          </a:p>
          <a:p>
            <a:pPr marR="0" lvl="1" algn="just" rtl="0"/>
            <a:r>
              <a:rPr lang="es-ES" b="1" i="0" u="none" strike="noStrike" kern="100" baseline="0" dirty="0">
                <a:solidFill>
                  <a:srgbClr val="0F4761"/>
                </a:solidFill>
                <a:latin typeface="Century Gothic" panose="020B0502020202020204" pitchFamily="34" charset="0"/>
              </a:rPr>
              <a:t>Síntesis 1</a:t>
            </a:r>
            <a:r>
              <a:rPr lang="es-ES" b="0" i="0" u="none" strike="noStrike" kern="100" baseline="0" dirty="0">
                <a:solidFill>
                  <a:srgbClr val="0F4761"/>
                </a:solidFill>
                <a:latin typeface="Century Gothic" panose="020B0502020202020204" pitchFamily="34" charset="0"/>
              </a:rPr>
              <a:t> La </a:t>
            </a:r>
            <a:r>
              <a:rPr lang="es-ES" b="1" i="0" u="none" strike="noStrike" kern="100" baseline="0" dirty="0">
                <a:solidFill>
                  <a:srgbClr val="0F4761"/>
                </a:solidFill>
                <a:latin typeface="Century Gothic" panose="020B0502020202020204" pitchFamily="34" charset="0"/>
              </a:rPr>
              <a:t>Prueba Digital</a:t>
            </a:r>
            <a:r>
              <a:rPr lang="es-ES" b="0" i="0" u="none" strike="noStrike" kern="100" baseline="0" dirty="0">
                <a:solidFill>
                  <a:srgbClr val="0F4761"/>
                </a:solidFill>
                <a:latin typeface="Century Gothic" panose="020B0502020202020204" pitchFamily="34" charset="0"/>
              </a:rPr>
              <a:t> exige una </a:t>
            </a:r>
            <a:r>
              <a:rPr lang="es-ES" b="1" i="0" u="none" strike="noStrike" kern="100" baseline="0" dirty="0">
                <a:solidFill>
                  <a:srgbClr val="0F4761"/>
                </a:solidFill>
                <a:latin typeface="Century Gothic" panose="020B0502020202020204" pitchFamily="34" charset="0"/>
              </a:rPr>
              <a:t>Doble Titulación</a:t>
            </a:r>
            <a:r>
              <a:rPr lang="es-ES" b="0" i="0" u="none" strike="noStrike" kern="100" baseline="0" dirty="0">
                <a:solidFill>
                  <a:srgbClr val="0F4761"/>
                </a:solidFill>
                <a:latin typeface="Century Gothic" panose="020B0502020202020204" pitchFamily="34" charset="0"/>
              </a:rPr>
              <a:t> del perito: Técnica (Informática) y Legal (Procesal).</a:t>
            </a:r>
          </a:p>
          <a:p>
            <a:pPr marR="0" lvl="1" algn="just" rtl="0"/>
            <a:r>
              <a:rPr lang="es-ES" b="1" i="0" u="none" strike="noStrike" kern="100" baseline="0" dirty="0">
                <a:solidFill>
                  <a:srgbClr val="0F4761"/>
                </a:solidFill>
                <a:latin typeface="Century Gothic" panose="020B0502020202020204" pitchFamily="34" charset="0"/>
              </a:rPr>
              <a:t>Síntesis 2 </a:t>
            </a:r>
            <a:r>
              <a:rPr lang="es-ES" b="0" i="0" u="none" strike="noStrike" kern="100" baseline="0" dirty="0">
                <a:solidFill>
                  <a:srgbClr val="0F4761"/>
                </a:solidFill>
                <a:latin typeface="Century Gothic" panose="020B0502020202020204" pitchFamily="34" charset="0"/>
              </a:rPr>
              <a:t>La </a:t>
            </a:r>
            <a:r>
              <a:rPr lang="es-ES" b="1" i="0" u="none" strike="noStrike" kern="100" baseline="0" dirty="0">
                <a:solidFill>
                  <a:srgbClr val="0F4761"/>
                </a:solidFill>
                <a:latin typeface="Century Gothic" panose="020B0502020202020204" pitchFamily="34" charset="0"/>
              </a:rPr>
              <a:t>Cadena de Custodia</a:t>
            </a:r>
            <a:r>
              <a:rPr lang="es-ES" b="0" i="0" u="none" strike="noStrike" kern="100" baseline="0" dirty="0">
                <a:solidFill>
                  <a:srgbClr val="0F4761"/>
                </a:solidFill>
                <a:latin typeface="Century Gothic" panose="020B0502020202020204" pitchFamily="34" charset="0"/>
              </a:rPr>
              <a:t> (preservación e integridad, asegurada por el </a:t>
            </a:r>
            <a:r>
              <a:rPr lang="es-ES" b="0" i="1" u="none" strike="noStrike" kern="100" baseline="0" dirty="0">
                <a:solidFill>
                  <a:srgbClr val="0F4761"/>
                </a:solidFill>
                <a:latin typeface="Century Gothic" panose="020B0502020202020204" pitchFamily="34" charset="0"/>
              </a:rPr>
              <a:t>hash</a:t>
            </a:r>
            <a:r>
              <a:rPr lang="es-ES" b="0" i="0" u="none" strike="noStrike" kern="100" baseline="0" dirty="0">
                <a:solidFill>
                  <a:srgbClr val="0F4761"/>
                </a:solidFill>
                <a:latin typeface="Century Gothic" panose="020B0502020202020204" pitchFamily="34" charset="0"/>
              </a:rPr>
              <a:t> y el </a:t>
            </a:r>
            <a:r>
              <a:rPr lang="es-ES" b="0" i="1" u="none" strike="noStrike" kern="100" baseline="0" dirty="0" err="1">
                <a:solidFill>
                  <a:srgbClr val="0F4761"/>
                </a:solidFill>
                <a:latin typeface="Century Gothic" panose="020B0502020202020204" pitchFamily="34" charset="0"/>
              </a:rPr>
              <a:t>write</a:t>
            </a:r>
            <a:r>
              <a:rPr lang="es-ES" b="0" i="1" u="none" strike="noStrike" kern="100" baseline="0" dirty="0">
                <a:solidFill>
                  <a:srgbClr val="0F4761"/>
                </a:solidFill>
                <a:latin typeface="Century Gothic" panose="020B0502020202020204" pitchFamily="34" charset="0"/>
              </a:rPr>
              <a:t> </a:t>
            </a:r>
            <a:r>
              <a:rPr lang="es-ES" b="0" i="1" u="none" strike="noStrike" kern="100" baseline="0" dirty="0" err="1">
                <a:solidFill>
                  <a:srgbClr val="0F4761"/>
                </a:solidFill>
                <a:latin typeface="Century Gothic" panose="020B0502020202020204" pitchFamily="34" charset="0"/>
              </a:rPr>
              <a:t>blocker</a:t>
            </a:r>
            <a:r>
              <a:rPr lang="es-ES" b="0" i="0" u="none" strike="noStrike" kern="100" baseline="0" dirty="0">
                <a:solidFill>
                  <a:srgbClr val="0F4761"/>
                </a:solidFill>
                <a:latin typeface="Century Gothic" panose="020B0502020202020204" pitchFamily="34" charset="0"/>
              </a:rPr>
              <a:t>) es el </a:t>
            </a:r>
            <a:r>
              <a:rPr lang="es-ES" b="1" i="0" u="none" strike="noStrike" kern="100" baseline="0" dirty="0">
                <a:solidFill>
                  <a:srgbClr val="0F4761"/>
                </a:solidFill>
                <a:latin typeface="Century Gothic" panose="020B0502020202020204" pitchFamily="34" charset="0"/>
              </a:rPr>
              <a:t>puente</a:t>
            </a:r>
            <a:r>
              <a:rPr lang="es-ES" b="0" i="0" u="none" strike="noStrike" kern="100" baseline="0" dirty="0">
                <a:solidFill>
                  <a:srgbClr val="0F4761"/>
                </a:solidFill>
                <a:latin typeface="Century Gothic" panose="020B0502020202020204" pitchFamily="34" charset="0"/>
              </a:rPr>
              <a:t> entre el Derecho Informático y la Informática Jurídica.</a:t>
            </a:r>
          </a:p>
          <a:p>
            <a:pPr marR="0" lvl="1" algn="just" rtl="0"/>
            <a:r>
              <a:rPr lang="es-ES" b="1" i="0" u="none" strike="noStrike" kern="100" baseline="0" dirty="0">
                <a:solidFill>
                  <a:srgbClr val="0F4761"/>
                </a:solidFill>
                <a:latin typeface="Century Gothic" panose="020B0502020202020204" pitchFamily="34" charset="0"/>
              </a:rPr>
              <a:t>Síntesis 3</a:t>
            </a:r>
            <a:r>
              <a:rPr lang="es-ES" b="0" i="0" u="none" strike="noStrike" kern="100" baseline="0" dirty="0">
                <a:solidFill>
                  <a:srgbClr val="0F4761"/>
                </a:solidFill>
                <a:latin typeface="Century Gothic" panose="020B0502020202020204" pitchFamily="34" charset="0"/>
              </a:rPr>
              <a:t> El </a:t>
            </a:r>
            <a:r>
              <a:rPr lang="es-ES" b="1" i="0" u="none" strike="noStrike" kern="100" baseline="0" dirty="0">
                <a:solidFill>
                  <a:srgbClr val="0F4761"/>
                </a:solidFill>
                <a:latin typeface="Century Gothic" panose="020B0502020202020204" pitchFamily="34" charset="0"/>
              </a:rPr>
              <a:t>Derecho Humano a la Intimidad</a:t>
            </a:r>
            <a:r>
              <a:rPr lang="es-ES" b="0" i="0" u="none" strike="noStrike" kern="100" baseline="0" dirty="0">
                <a:solidFill>
                  <a:srgbClr val="0F4761"/>
                </a:solidFill>
                <a:latin typeface="Century Gothic" panose="020B0502020202020204" pitchFamily="34" charset="0"/>
              </a:rPr>
              <a:t> se protege en el proceso penal mexicano mediante el </a:t>
            </a:r>
            <a:r>
              <a:rPr lang="es-ES" b="1" i="0" u="none" strike="noStrike" kern="100" baseline="0" dirty="0">
                <a:solidFill>
                  <a:srgbClr val="0F4761"/>
                </a:solidFill>
                <a:latin typeface="Century Gothic" panose="020B0502020202020204" pitchFamily="34" charset="0"/>
              </a:rPr>
              <a:t>Control Judicial Previo</a:t>
            </a:r>
            <a:r>
              <a:rPr lang="es-ES" b="0" i="0" u="none" strike="noStrike" kern="100" baseline="0" dirty="0">
                <a:solidFill>
                  <a:srgbClr val="0F4761"/>
                </a:solidFill>
                <a:latin typeface="Century Gothic" panose="020B0502020202020204" pitchFamily="34" charset="0"/>
              </a:rPr>
              <a:t> para el acceso a la evidencia privada.</a:t>
            </a:r>
          </a:p>
          <a:p>
            <a:pPr marR="0" lvl="1" algn="just" rtl="0"/>
            <a:r>
              <a:rPr lang="es-ES" b="1" i="0" u="none" strike="noStrike" kern="100" baseline="0" dirty="0">
                <a:solidFill>
                  <a:srgbClr val="0F4761"/>
                </a:solidFill>
                <a:latin typeface="Century Gothic" panose="020B0502020202020204" pitchFamily="34" charset="0"/>
              </a:rPr>
              <a:t>Llamada a la Acción:</a:t>
            </a:r>
            <a:r>
              <a:rPr lang="es-ES" b="0" i="0" u="none" strike="noStrike" kern="100" baseline="0" dirty="0">
                <a:solidFill>
                  <a:srgbClr val="0F4761"/>
                </a:solidFill>
                <a:latin typeface="Century Gothic" panose="020B0502020202020204" pitchFamily="34" charset="0"/>
              </a:rPr>
              <a:t> El abogado de la era digital debe convertirse en un </a:t>
            </a:r>
            <a:r>
              <a:rPr lang="es-ES" b="1" i="0" u="none" strike="noStrike" kern="100" baseline="0" dirty="0">
                <a:solidFill>
                  <a:srgbClr val="0F4761"/>
                </a:solidFill>
                <a:latin typeface="Century Gothic" panose="020B0502020202020204" pitchFamily="34" charset="0"/>
              </a:rPr>
              <a:t>Operador Jurídico con Conocimiento Forense</a:t>
            </a:r>
            <a:r>
              <a:rPr lang="es-ES" b="0" i="0" u="none" strike="noStrike" kern="100" baseline="0" dirty="0">
                <a:solidFill>
                  <a:srgbClr val="0F4761"/>
                </a:solidFill>
                <a:latin typeface="Century Gothic" panose="020B0502020202020204" pitchFamily="34" charset="0"/>
              </a:rPr>
              <a:t>.</a:t>
            </a:r>
          </a:p>
          <a:p>
            <a:pPr marR="0" lvl="1" algn="just" rtl="0"/>
            <a:r>
              <a:rPr lang="es-ES" b="1" i="0" u="none" strike="noStrike" kern="100" baseline="0" dirty="0">
                <a:solidFill>
                  <a:srgbClr val="0F4761"/>
                </a:solidFill>
                <a:latin typeface="Century Gothic" panose="020B0502020202020204" pitchFamily="34" charset="0"/>
              </a:rPr>
              <a:t>Cita de Cierre:</a:t>
            </a:r>
            <a:r>
              <a:rPr lang="es-ES" b="0" i="0" u="none" strike="noStrike" kern="100" baseline="0" dirty="0">
                <a:solidFill>
                  <a:srgbClr val="0F4761"/>
                </a:solidFill>
                <a:latin typeface="Century Gothic" panose="020B0502020202020204" pitchFamily="34" charset="0"/>
              </a:rPr>
              <a:t> "En la era de la información, la ignorancia de la ley es inexcusable, pero la ignorancia de la tecnología es autodestructiva."</a:t>
            </a:r>
          </a:p>
        </p:txBody>
      </p:sp>
    </p:spTree>
    <p:extLst>
      <p:ext uri="{BB962C8B-B14F-4D97-AF65-F5344CB8AC3E}">
        <p14:creationId xmlns:p14="http://schemas.microsoft.com/office/powerpoint/2010/main" val="7636866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FFE898D1-673E-5390-53CC-1EE720A16A34}"/>
              </a:ext>
            </a:extLst>
          </p:cNvPr>
          <p:cNvSpPr>
            <a:spLocks noGrp="1"/>
          </p:cNvSpPr>
          <p:nvPr>
            <p:ph type="body" idx="1"/>
          </p:nvPr>
        </p:nvSpPr>
        <p:spPr>
          <a:xfrm>
            <a:off x="838200" y="689548"/>
            <a:ext cx="10515600" cy="5487415"/>
          </a:xfrm>
        </p:spPr>
        <p:txBody>
          <a:bodyPr anchor="ctr">
            <a:normAutofit/>
          </a:bodyPr>
          <a:lstStyle/>
          <a:p>
            <a:pPr marL="0" indent="0" algn="ctr">
              <a:buNone/>
            </a:pPr>
            <a:r>
              <a:rPr lang="es-MX" sz="7200" dirty="0">
                <a:latin typeface="Century Gothic" panose="020B0502020202020204" pitchFamily="34" charset="0"/>
              </a:rPr>
              <a:t>REFLEXIONES</a:t>
            </a:r>
          </a:p>
        </p:txBody>
      </p:sp>
    </p:spTree>
    <p:extLst>
      <p:ext uri="{BB962C8B-B14F-4D97-AF65-F5344CB8AC3E}">
        <p14:creationId xmlns:p14="http://schemas.microsoft.com/office/powerpoint/2010/main" val="13830944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FFE898D1-673E-5390-53CC-1EE720A16A34}"/>
              </a:ext>
            </a:extLst>
          </p:cNvPr>
          <p:cNvSpPr>
            <a:spLocks noGrp="1"/>
          </p:cNvSpPr>
          <p:nvPr>
            <p:ph type="body" idx="1"/>
          </p:nvPr>
        </p:nvSpPr>
        <p:spPr>
          <a:xfrm>
            <a:off x="838200" y="689548"/>
            <a:ext cx="10515600" cy="5487415"/>
          </a:xfrm>
        </p:spPr>
        <p:txBody>
          <a:bodyPr anchor="ctr">
            <a:normAutofit fontScale="92500"/>
          </a:bodyPr>
          <a:lstStyle/>
          <a:p>
            <a:pPr marL="0" indent="0" algn="just">
              <a:buNone/>
            </a:pPr>
            <a:r>
              <a:rPr lang="es-ES" sz="2400" b="1" dirty="0">
                <a:latin typeface="Century Gothic" panose="020B0502020202020204" pitchFamily="34" charset="0"/>
              </a:rPr>
              <a:t>Reflexión</a:t>
            </a:r>
            <a:r>
              <a:rPr lang="es-ES" sz="2400" dirty="0">
                <a:latin typeface="Century Gothic" panose="020B0502020202020204" pitchFamily="34" charset="0"/>
              </a:rPr>
              <a:t> 1 de 6(</a:t>
            </a:r>
            <a:r>
              <a:rPr lang="es-ES" sz="2400" b="1" dirty="0">
                <a:latin typeface="Century Gothic" panose="020B0502020202020204" pitchFamily="34" charset="0"/>
              </a:rPr>
              <a:t>Vínculo Derecho Informático</a:t>
            </a:r>
            <a:r>
              <a:rPr lang="es-ES" sz="2400" dirty="0">
                <a:latin typeface="Century Gothic" panose="020B0502020202020204" pitchFamily="34" charset="0"/>
              </a:rPr>
              <a:t>):</a:t>
            </a:r>
          </a:p>
          <a:p>
            <a:pPr marL="0" indent="0" algn="just">
              <a:buNone/>
            </a:pPr>
            <a:r>
              <a:rPr lang="es-ES" sz="2400" dirty="0">
                <a:latin typeface="Century Gothic" panose="020B0502020202020204" pitchFamily="34" charset="0"/>
              </a:rPr>
              <a:t>La ilicitud de la prueba digital es la principal causa de impunidad en los ciberdelitos. Un error en la Cadena de Custodia no es un error técnico; es una violación al debido proceso que anula la prueba, sin importar cuán clara sea la culpabilidad.</a:t>
            </a:r>
          </a:p>
          <a:p>
            <a:pPr marL="0" indent="0" algn="just">
              <a:buNone/>
            </a:pPr>
            <a:r>
              <a:rPr lang="es-ES" sz="2400" dirty="0">
                <a:latin typeface="Century Gothic" panose="020B0502020202020204" pitchFamily="34" charset="0"/>
              </a:rPr>
              <a:t>Ejemplo Sustancioso: En un caso de fraude bancario electrónico en México, la Fiscalía solo presenta capturas de pantalla de la app bancaria. El perito de la defensa demuestra que no se siguió el protocolo de Cadena de Custodia sobre el dispositivo original. Resultado: el Juez excluye la prueba por ser ilícita, a pesar de que la evidencia mostraba la transferencia.</a:t>
            </a:r>
            <a:endParaRPr lang="es-MX" sz="2400" dirty="0">
              <a:latin typeface="Century Gothic" panose="020B0502020202020204" pitchFamily="34" charset="0"/>
            </a:endParaRPr>
          </a:p>
        </p:txBody>
      </p:sp>
    </p:spTree>
    <p:extLst>
      <p:ext uri="{BB962C8B-B14F-4D97-AF65-F5344CB8AC3E}">
        <p14:creationId xmlns:p14="http://schemas.microsoft.com/office/powerpoint/2010/main" val="18643460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FFE898D1-673E-5390-53CC-1EE720A16A34}"/>
              </a:ext>
            </a:extLst>
          </p:cNvPr>
          <p:cNvSpPr>
            <a:spLocks noGrp="1"/>
          </p:cNvSpPr>
          <p:nvPr>
            <p:ph type="body" idx="1"/>
          </p:nvPr>
        </p:nvSpPr>
        <p:spPr>
          <a:xfrm>
            <a:off x="838200" y="689548"/>
            <a:ext cx="10515600" cy="5487415"/>
          </a:xfrm>
        </p:spPr>
        <p:txBody>
          <a:bodyPr anchor="ctr">
            <a:normAutofit/>
          </a:bodyPr>
          <a:lstStyle/>
          <a:p>
            <a:pPr marL="0" indent="0" algn="just">
              <a:buNone/>
            </a:pPr>
            <a:r>
              <a:rPr lang="es-ES" sz="2400" b="1" dirty="0">
                <a:latin typeface="Century Gothic" panose="020B0502020202020204" pitchFamily="34" charset="0"/>
              </a:rPr>
              <a:t>Reflexión</a:t>
            </a:r>
            <a:r>
              <a:rPr lang="es-ES" sz="2400" dirty="0">
                <a:latin typeface="Century Gothic" panose="020B0502020202020204" pitchFamily="34" charset="0"/>
              </a:rPr>
              <a:t> 2 de 6:</a:t>
            </a:r>
          </a:p>
          <a:p>
            <a:pPr marL="0" indent="0" algn="just">
              <a:buNone/>
            </a:pPr>
            <a:endParaRPr lang="es-ES" sz="2400" dirty="0">
              <a:latin typeface="Century Gothic" panose="020B0502020202020204" pitchFamily="34" charset="0"/>
            </a:endParaRPr>
          </a:p>
          <a:p>
            <a:pPr marL="0" indent="0" algn="just">
              <a:buNone/>
            </a:pPr>
            <a:r>
              <a:rPr lang="es-ES" sz="2400" dirty="0">
                <a:latin typeface="Century Gothic" panose="020B0502020202020204" pitchFamily="34" charset="0"/>
              </a:rPr>
              <a:t>La Neutralidad Tecnológica es el principio rector del Derecho Informático.</a:t>
            </a:r>
          </a:p>
          <a:p>
            <a:pPr marL="0" indent="0" algn="just">
              <a:buNone/>
            </a:pPr>
            <a:r>
              <a:rPr lang="es-ES" sz="2400" dirty="0">
                <a:latin typeface="Century Gothic" panose="020B0502020202020204" pitchFamily="34" charset="0"/>
              </a:rPr>
              <a:t>La ley no debe mencionar tecnologías específicas (WhatsApp, Gmail), sino regular las funciones que cumplen.</a:t>
            </a:r>
          </a:p>
          <a:p>
            <a:pPr marL="0" indent="0" algn="just">
              <a:buNone/>
            </a:pPr>
            <a:r>
              <a:rPr lang="es-ES" sz="2400" dirty="0">
                <a:latin typeface="Century Gothic" panose="020B0502020202020204" pitchFamily="34" charset="0"/>
              </a:rPr>
              <a:t>El perito es quien aterriza ese principio, aplicando los estándares forenses a cualquier nueva plataforma que aparezca.</a:t>
            </a:r>
          </a:p>
        </p:txBody>
      </p:sp>
    </p:spTree>
    <p:extLst>
      <p:ext uri="{BB962C8B-B14F-4D97-AF65-F5344CB8AC3E}">
        <p14:creationId xmlns:p14="http://schemas.microsoft.com/office/powerpoint/2010/main" val="31988628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FFE898D1-673E-5390-53CC-1EE720A16A34}"/>
              </a:ext>
            </a:extLst>
          </p:cNvPr>
          <p:cNvSpPr>
            <a:spLocks noGrp="1"/>
          </p:cNvSpPr>
          <p:nvPr>
            <p:ph type="body" idx="1"/>
          </p:nvPr>
        </p:nvSpPr>
        <p:spPr>
          <a:xfrm>
            <a:off x="838200" y="689548"/>
            <a:ext cx="10515600" cy="5487415"/>
          </a:xfrm>
        </p:spPr>
        <p:txBody>
          <a:bodyPr anchor="ctr">
            <a:normAutofit fontScale="92500" lnSpcReduction="20000"/>
          </a:bodyPr>
          <a:lstStyle/>
          <a:p>
            <a:pPr marL="0" indent="0" algn="just">
              <a:buNone/>
            </a:pPr>
            <a:r>
              <a:rPr lang="es-ES" sz="2400" b="1" dirty="0">
                <a:latin typeface="Century Gothic" panose="020B0502020202020204" pitchFamily="34" charset="0"/>
              </a:rPr>
              <a:t>Reflexión</a:t>
            </a:r>
            <a:r>
              <a:rPr lang="es-ES" sz="2400" dirty="0">
                <a:latin typeface="Century Gothic" panose="020B0502020202020204" pitchFamily="34" charset="0"/>
              </a:rPr>
              <a:t> 3 de 6 </a:t>
            </a:r>
            <a:r>
              <a:rPr lang="es-ES" sz="2400" b="1" dirty="0">
                <a:latin typeface="Century Gothic" panose="020B0502020202020204" pitchFamily="34" charset="0"/>
              </a:rPr>
              <a:t>(Vínculo Informática Jurídica)</a:t>
            </a:r>
            <a:r>
              <a:rPr lang="es-ES" sz="2400" dirty="0">
                <a:latin typeface="Century Gothic" panose="020B0502020202020204" pitchFamily="34" charset="0"/>
              </a:rPr>
              <a:t>:</a:t>
            </a:r>
          </a:p>
          <a:p>
            <a:pPr marL="0" indent="0" algn="just">
              <a:buNone/>
            </a:pPr>
            <a:endParaRPr lang="es-ES" sz="2400" dirty="0">
              <a:latin typeface="Century Gothic" panose="020B0502020202020204" pitchFamily="34" charset="0"/>
            </a:endParaRPr>
          </a:p>
          <a:p>
            <a:pPr algn="just"/>
            <a:r>
              <a:rPr lang="es-ES" sz="2400" b="1" dirty="0">
                <a:latin typeface="Century Gothic" panose="020B0502020202020204" pitchFamily="34" charset="0"/>
              </a:rPr>
              <a:t>Reflexión :</a:t>
            </a:r>
            <a:r>
              <a:rPr lang="es-ES" sz="2400" dirty="0">
                <a:latin typeface="Century Gothic" panose="020B0502020202020204" pitchFamily="34" charset="0"/>
              </a:rPr>
              <a:t> El perito informático no solo busca la culpabilidad, sino que es un </a:t>
            </a:r>
            <a:r>
              <a:rPr lang="es-ES" sz="2400" b="1" dirty="0">
                <a:latin typeface="Century Gothic" panose="020B0502020202020204" pitchFamily="34" charset="0"/>
              </a:rPr>
              <a:t>garante de la no alteración</a:t>
            </a:r>
            <a:r>
              <a:rPr lang="es-ES" sz="2400" dirty="0">
                <a:latin typeface="Century Gothic" panose="020B0502020202020204" pitchFamily="34" charset="0"/>
              </a:rPr>
              <a:t> de los derechos digitales. Su uso de herramientas como el </a:t>
            </a:r>
            <a:r>
              <a:rPr lang="es-ES" sz="2400" b="1" i="1" dirty="0" err="1">
                <a:latin typeface="Century Gothic" panose="020B0502020202020204" pitchFamily="34" charset="0"/>
              </a:rPr>
              <a:t>write</a:t>
            </a:r>
            <a:r>
              <a:rPr lang="es-ES" sz="2400" b="1" i="1" dirty="0">
                <a:latin typeface="Century Gothic" panose="020B0502020202020204" pitchFamily="34" charset="0"/>
              </a:rPr>
              <a:t> </a:t>
            </a:r>
            <a:r>
              <a:rPr lang="es-ES" sz="2400" b="1" i="1" dirty="0" err="1">
                <a:latin typeface="Century Gothic" panose="020B0502020202020204" pitchFamily="34" charset="0"/>
              </a:rPr>
              <a:t>blocker</a:t>
            </a:r>
            <a:r>
              <a:rPr lang="es-ES" sz="2400" dirty="0">
                <a:latin typeface="Century Gothic" panose="020B0502020202020204" pitchFamily="34" charset="0"/>
              </a:rPr>
              <a:t> y el </a:t>
            </a:r>
            <a:r>
              <a:rPr lang="es-ES" sz="2400" b="1" i="1" dirty="0">
                <a:latin typeface="Century Gothic" panose="020B0502020202020204" pitchFamily="34" charset="0"/>
              </a:rPr>
              <a:t>hash</a:t>
            </a:r>
            <a:r>
              <a:rPr lang="es-ES" sz="2400" dirty="0">
                <a:latin typeface="Century Gothic" panose="020B0502020202020204" pitchFamily="34" charset="0"/>
              </a:rPr>
              <a:t> no es opcional, sino un </a:t>
            </a:r>
            <a:r>
              <a:rPr lang="es-ES" sz="2400" b="1" dirty="0">
                <a:latin typeface="Century Gothic" panose="020B0502020202020204" pitchFamily="34" charset="0"/>
              </a:rPr>
              <a:t>imperativo ético y legal</a:t>
            </a:r>
            <a:r>
              <a:rPr lang="es-ES" sz="2400" dirty="0">
                <a:latin typeface="Century Gothic" panose="020B0502020202020204" pitchFamily="34" charset="0"/>
              </a:rPr>
              <a:t> para proteger tanto a la víctima como al imputado.</a:t>
            </a:r>
          </a:p>
          <a:p>
            <a:pPr algn="just">
              <a:buFont typeface="Arial" panose="020B0604020202020204" pitchFamily="34" charset="0"/>
              <a:buChar char="•"/>
            </a:pPr>
            <a:r>
              <a:rPr lang="es-ES" sz="2400" b="1" dirty="0">
                <a:latin typeface="Century Gothic" panose="020B0502020202020204" pitchFamily="34" charset="0"/>
              </a:rPr>
              <a:t>Ejemplo Sustancioso:</a:t>
            </a:r>
            <a:r>
              <a:rPr lang="es-ES" sz="2400" dirty="0">
                <a:latin typeface="Century Gothic" panose="020B0502020202020204" pitchFamily="34" charset="0"/>
              </a:rPr>
              <a:t> Un perito oficial recibe un disco duro en un caso de </a:t>
            </a:r>
            <a:r>
              <a:rPr lang="es-ES" sz="2400" b="1" dirty="0">
                <a:latin typeface="Century Gothic" panose="020B0502020202020204" pitchFamily="34" charset="0"/>
              </a:rPr>
              <a:t>espionaje industrial</a:t>
            </a:r>
            <a:r>
              <a:rPr lang="es-ES" sz="2400" dirty="0">
                <a:latin typeface="Century Gothic" panose="020B0502020202020204" pitchFamily="34" charset="0"/>
              </a:rPr>
              <a:t>. Si no utiliza un </a:t>
            </a:r>
            <a:r>
              <a:rPr lang="es-ES" sz="2400" i="1" dirty="0" err="1">
                <a:latin typeface="Century Gothic" panose="020B0502020202020204" pitchFamily="34" charset="0"/>
              </a:rPr>
              <a:t>write</a:t>
            </a:r>
            <a:r>
              <a:rPr lang="es-ES" sz="2400" i="1" dirty="0">
                <a:latin typeface="Century Gothic" panose="020B0502020202020204" pitchFamily="34" charset="0"/>
              </a:rPr>
              <a:t> </a:t>
            </a:r>
            <a:r>
              <a:rPr lang="es-ES" sz="2400" i="1" dirty="0" err="1">
                <a:latin typeface="Century Gothic" panose="020B0502020202020204" pitchFamily="34" charset="0"/>
              </a:rPr>
              <a:t>blocker</a:t>
            </a:r>
            <a:r>
              <a:rPr lang="es-ES" sz="2400" dirty="0">
                <a:latin typeface="Century Gothic" panose="020B0502020202020204" pitchFamily="34" charset="0"/>
              </a:rPr>
              <a:t> al crear la imagen forense, la defensa puede argumentar que la fecha de acceso al disco original cambió, invalidando el </a:t>
            </a:r>
            <a:r>
              <a:rPr lang="es-ES" sz="2400" i="1" dirty="0" err="1">
                <a:latin typeface="Century Gothic" panose="020B0502020202020204" pitchFamily="34" charset="0"/>
              </a:rPr>
              <a:t>timestamp</a:t>
            </a:r>
            <a:r>
              <a:rPr lang="es-ES" sz="2400" dirty="0">
                <a:latin typeface="Century Gothic" panose="020B0502020202020204" pitchFamily="34" charset="0"/>
              </a:rPr>
              <a:t> (marca de tiempo) y sembrando la duda razonable sobre si la prueba fue manipulada </a:t>
            </a:r>
            <a:r>
              <a:rPr lang="es-ES" sz="2400" b="1" dirty="0">
                <a:latin typeface="Century Gothic" panose="020B0502020202020204" pitchFamily="34" charset="0"/>
              </a:rPr>
              <a:t>después</a:t>
            </a:r>
            <a:r>
              <a:rPr lang="es-ES" sz="2400" dirty="0">
                <a:latin typeface="Century Gothic" panose="020B0502020202020204" pitchFamily="34" charset="0"/>
              </a:rPr>
              <a:t> del evento, no por el imputado.</a:t>
            </a:r>
          </a:p>
          <a:p>
            <a:pPr marL="0" indent="0" algn="just">
              <a:buNone/>
            </a:pPr>
            <a:endParaRPr lang="es-ES" sz="2400" dirty="0">
              <a:latin typeface="Century Gothic" panose="020B0502020202020204" pitchFamily="34" charset="0"/>
            </a:endParaRPr>
          </a:p>
        </p:txBody>
      </p:sp>
    </p:spTree>
    <p:extLst>
      <p:ext uri="{BB962C8B-B14F-4D97-AF65-F5344CB8AC3E}">
        <p14:creationId xmlns:p14="http://schemas.microsoft.com/office/powerpoint/2010/main" val="25471854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FFE898D1-673E-5390-53CC-1EE720A16A34}"/>
              </a:ext>
            </a:extLst>
          </p:cNvPr>
          <p:cNvSpPr>
            <a:spLocks noGrp="1"/>
          </p:cNvSpPr>
          <p:nvPr>
            <p:ph type="body" idx="1"/>
          </p:nvPr>
        </p:nvSpPr>
        <p:spPr>
          <a:xfrm>
            <a:off x="838200" y="689548"/>
            <a:ext cx="10515600" cy="5487415"/>
          </a:xfrm>
        </p:spPr>
        <p:txBody>
          <a:bodyPr anchor="ctr">
            <a:normAutofit/>
          </a:bodyPr>
          <a:lstStyle/>
          <a:p>
            <a:pPr marL="0" indent="0" algn="just">
              <a:buNone/>
            </a:pPr>
            <a:r>
              <a:rPr lang="es-ES" sz="2400" b="1" dirty="0">
                <a:latin typeface="Century Gothic" panose="020B0502020202020204" pitchFamily="34" charset="0"/>
              </a:rPr>
              <a:t>Reflexión</a:t>
            </a:r>
            <a:r>
              <a:rPr lang="es-ES" sz="2400" dirty="0">
                <a:latin typeface="Century Gothic" panose="020B0502020202020204" pitchFamily="34" charset="0"/>
              </a:rPr>
              <a:t> 4 de 6:</a:t>
            </a:r>
          </a:p>
          <a:p>
            <a:pPr marL="0" indent="0" algn="just">
              <a:buNone/>
            </a:pPr>
            <a:endParaRPr lang="es-ES" sz="2400" dirty="0">
              <a:latin typeface="Century Gothic" panose="020B0502020202020204" pitchFamily="34" charset="0"/>
            </a:endParaRPr>
          </a:p>
          <a:p>
            <a:pPr marL="0" indent="0" algn="just">
              <a:buNone/>
            </a:pPr>
            <a:r>
              <a:rPr lang="es-ES" sz="2400" dirty="0">
                <a:latin typeface="Century Gothic" panose="020B0502020202020204" pitchFamily="34" charset="0"/>
              </a:rPr>
              <a:t>La Justicia Electrónica en México no es solo la digitalización de trámites, sino una exigencia de adaptación judicial a la realidad. Los jueces, fiscales y abogados que no comprendan el concepto de metadato o función hash no podrán valorar correctamente la prueba en el 80% de los delitos actuales.</a:t>
            </a:r>
          </a:p>
        </p:txBody>
      </p:sp>
    </p:spTree>
    <p:extLst>
      <p:ext uri="{BB962C8B-B14F-4D97-AF65-F5344CB8AC3E}">
        <p14:creationId xmlns:p14="http://schemas.microsoft.com/office/powerpoint/2010/main" val="22953620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FFE898D1-673E-5390-53CC-1EE720A16A34}"/>
              </a:ext>
            </a:extLst>
          </p:cNvPr>
          <p:cNvSpPr>
            <a:spLocks noGrp="1"/>
          </p:cNvSpPr>
          <p:nvPr>
            <p:ph type="body" idx="1"/>
          </p:nvPr>
        </p:nvSpPr>
        <p:spPr>
          <a:xfrm>
            <a:off x="838200" y="689548"/>
            <a:ext cx="10515600" cy="5487415"/>
          </a:xfrm>
        </p:spPr>
        <p:txBody>
          <a:bodyPr anchor="ctr">
            <a:normAutofit fontScale="92500" lnSpcReduction="20000"/>
          </a:bodyPr>
          <a:lstStyle/>
          <a:p>
            <a:pPr marL="0" indent="0" algn="just">
              <a:buNone/>
            </a:pPr>
            <a:r>
              <a:rPr lang="es-ES" sz="2400" b="1" dirty="0">
                <a:latin typeface="Century Gothic" panose="020B0502020202020204" pitchFamily="34" charset="0"/>
              </a:rPr>
              <a:t>Reflexión</a:t>
            </a:r>
            <a:r>
              <a:rPr lang="es-ES" sz="2400" dirty="0">
                <a:latin typeface="Century Gothic" panose="020B0502020202020204" pitchFamily="34" charset="0"/>
              </a:rPr>
              <a:t> 5 de 6 (</a:t>
            </a:r>
            <a:r>
              <a:rPr lang="es-ES" sz="2400" b="1" dirty="0">
                <a:latin typeface="Century Gothic" panose="020B0502020202020204" pitchFamily="34" charset="0"/>
              </a:rPr>
              <a:t>Vínculo Derecho Informático</a:t>
            </a:r>
            <a:r>
              <a:rPr lang="es-ES" sz="2400" dirty="0">
                <a:latin typeface="Century Gothic" panose="020B0502020202020204" pitchFamily="34" charset="0"/>
              </a:rPr>
              <a:t>):</a:t>
            </a:r>
          </a:p>
          <a:p>
            <a:pPr marL="0" indent="0" algn="just">
              <a:buNone/>
            </a:pPr>
            <a:r>
              <a:rPr lang="es-ES" sz="2400" dirty="0">
                <a:latin typeface="Century Gothic" panose="020B0502020202020204" pitchFamily="34" charset="0"/>
              </a:rPr>
              <a:t>El Derecho a la Intimidad se enfrenta al Derecho a la Prueba. La balanza se equilibra a través de la motivación judicial del acto de molestia. La orden de cateo digital debe ser específica y proporcional.</a:t>
            </a:r>
          </a:p>
          <a:p>
            <a:pPr marL="0" indent="0" algn="just">
              <a:buNone/>
            </a:pPr>
            <a:endParaRPr lang="es-ES" sz="2400" dirty="0">
              <a:latin typeface="Century Gothic" panose="020B0502020202020204" pitchFamily="34" charset="0"/>
            </a:endParaRPr>
          </a:p>
          <a:p>
            <a:pPr marL="0" indent="0" algn="just">
              <a:buNone/>
            </a:pPr>
            <a:r>
              <a:rPr lang="es-ES" sz="2400" dirty="0">
                <a:latin typeface="Century Gothic" panose="020B0502020202020204" pitchFamily="34" charset="0"/>
              </a:rPr>
              <a:t>Ejemplo Sustancioso: En una investigación por amenazas a través de Facebook, el Ministerio Público solicita al Juez una orden para acceder a todo el historial del teléfono móvil del imputado. El Juez solo debe autorizar el acceso a la aplicación de Facebook y las comunicaciones directas vinculadas, rechazando la inspección de la galería de fotos personal o las cuentas bancarias, por ser una medida desproporcionada y violatoria de la intimidad.</a:t>
            </a:r>
          </a:p>
          <a:p>
            <a:pPr marL="0" indent="0" algn="just">
              <a:buNone/>
            </a:pPr>
            <a:endParaRPr lang="es-ES" sz="2400" dirty="0">
              <a:latin typeface="Century Gothic" panose="020B0502020202020204" pitchFamily="34" charset="0"/>
            </a:endParaRPr>
          </a:p>
        </p:txBody>
      </p:sp>
    </p:spTree>
    <p:extLst>
      <p:ext uri="{BB962C8B-B14F-4D97-AF65-F5344CB8AC3E}">
        <p14:creationId xmlns:p14="http://schemas.microsoft.com/office/powerpoint/2010/main" val="33400255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FFE898D1-673E-5390-53CC-1EE720A16A34}"/>
              </a:ext>
            </a:extLst>
          </p:cNvPr>
          <p:cNvSpPr>
            <a:spLocks noGrp="1"/>
          </p:cNvSpPr>
          <p:nvPr>
            <p:ph type="body" idx="1"/>
          </p:nvPr>
        </p:nvSpPr>
        <p:spPr>
          <a:xfrm>
            <a:off x="838200" y="689548"/>
            <a:ext cx="10515600" cy="5487415"/>
          </a:xfrm>
        </p:spPr>
        <p:txBody>
          <a:bodyPr anchor="ctr">
            <a:normAutofit/>
          </a:bodyPr>
          <a:lstStyle/>
          <a:p>
            <a:pPr marL="0" indent="0" algn="just">
              <a:buNone/>
            </a:pPr>
            <a:r>
              <a:rPr lang="es-ES" sz="2400" b="1" dirty="0">
                <a:latin typeface="Century Gothic" panose="020B0502020202020204" pitchFamily="34" charset="0"/>
              </a:rPr>
              <a:t>Reflexión</a:t>
            </a:r>
            <a:r>
              <a:rPr lang="es-ES" sz="2400" dirty="0">
                <a:latin typeface="Century Gothic" panose="020B0502020202020204" pitchFamily="34" charset="0"/>
              </a:rPr>
              <a:t> 6 de 6:</a:t>
            </a:r>
          </a:p>
          <a:p>
            <a:pPr marL="0" indent="0" algn="just">
              <a:buNone/>
            </a:pPr>
            <a:endParaRPr lang="es-ES" sz="2400" dirty="0">
              <a:latin typeface="Century Gothic" panose="020B0502020202020204" pitchFamily="34" charset="0"/>
            </a:endParaRPr>
          </a:p>
          <a:p>
            <a:pPr marL="0" indent="0" algn="just">
              <a:buNone/>
            </a:pPr>
            <a:r>
              <a:rPr lang="es-ES" sz="2400">
                <a:latin typeface="Century Gothic" panose="020B0502020202020204" pitchFamily="34" charset="0"/>
              </a:rPr>
              <a:t>El </a:t>
            </a:r>
            <a:r>
              <a:rPr lang="es-ES" sz="2400" dirty="0">
                <a:latin typeface="Century Gothic" panose="020B0502020202020204" pitchFamily="34" charset="0"/>
              </a:rPr>
              <a:t>futuro del peritaje informático en México pasa por la certificación profesional y la colegiación obligatoria. La complejidad del Big Data y la IA demanda que solo expertos con credenciales actualizadas puedan auxiliar a la justicia, evitando la actuación de "peritos empíricos" sin la técnica forense adecuada</a:t>
            </a:r>
          </a:p>
        </p:txBody>
      </p:sp>
    </p:spTree>
    <p:extLst>
      <p:ext uri="{BB962C8B-B14F-4D97-AF65-F5344CB8AC3E}">
        <p14:creationId xmlns:p14="http://schemas.microsoft.com/office/powerpoint/2010/main" val="3396132530"/>
      </p:ext>
    </p:extLst>
  </p:cSld>
  <p:clrMapOvr>
    <a:masterClrMapping/>
  </p:clrMapOvr>
</p:sld>
</file>

<file path=ppt/theme/theme1.xml><?xml version="1.0" encoding="utf-8"?>
<a:theme xmlns:a="http://schemas.openxmlformats.org/drawingml/2006/main" name="Gota">
  <a:themeElements>
    <a:clrScheme name="Gota">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Gota">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ota">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Gota</Template>
  <TotalTime>139</TotalTime>
  <Words>1944</Words>
  <Application>Microsoft Office PowerPoint</Application>
  <PresentationFormat>Panorámica</PresentationFormat>
  <Paragraphs>101</Paragraphs>
  <Slides>20</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20</vt:i4>
      </vt:variant>
    </vt:vector>
  </HeadingPairs>
  <TitlesOfParts>
    <vt:vector size="24" baseType="lpstr">
      <vt:lpstr>Arial</vt:lpstr>
      <vt:lpstr>Century Gothic</vt:lpstr>
      <vt:lpstr>Tw Cen MT</vt:lpstr>
      <vt:lpstr>Gota</vt:lpstr>
      <vt:lpstr>Presentación de PowerPoint</vt:lpstr>
      <vt:lpstr>Presentación de PowerPoint</vt:lpstr>
      <vt:lpstr>TAREA:</vt:lpstr>
      <vt:lpstr>La Encrucijada Digital</vt:lpstr>
      <vt:lpstr>1. CONCEPTO DE PRUEBA DIGITAL</vt:lpstr>
      <vt:lpstr>2. CARACTERÍSTICAS Y RETOS DE LA PRUEBA</vt:lpstr>
      <vt:lpstr>3. ELEMENTOS DE SEGURIDAD DE LA PRUEBA (Cadena de Custodia)</vt:lpstr>
      <vt:lpstr>4. LA FIRMA ELECTRÓNICA Y LA AUTENTICIDAD</vt:lpstr>
      <vt:lpstr>5. EL ESPACIO VIRTUAL vs. LA ORDEN JUDICIAL</vt:lpstr>
      <vt:lpstr>6. DERECHO HUMANO A UNA DEFENSA TÉCNICA</vt:lpstr>
      <vt:lpstr>7. TAXONOMÍA: ¿QUÉ DELITOS NECESITAN PERITOS?</vt:lpstr>
      <vt:lpstr>8. PERSPECTIVA DE LA DEFENSA: LA META-PERICIA</vt:lpstr>
      <vt:lpstr>Resumen y Llamada a la Acción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GERARDO ROBERTO ARAGÓN GONZÁLEZ</dc:creator>
  <cp:lastModifiedBy>GERARDO ROBERTO ARAGÓN GONZÁLEZ</cp:lastModifiedBy>
  <cp:revision>10</cp:revision>
  <dcterms:created xsi:type="dcterms:W3CDTF">2025-10-21T05:16:33Z</dcterms:created>
  <dcterms:modified xsi:type="dcterms:W3CDTF">2025-10-21T23:47:50Z</dcterms:modified>
</cp:coreProperties>
</file>