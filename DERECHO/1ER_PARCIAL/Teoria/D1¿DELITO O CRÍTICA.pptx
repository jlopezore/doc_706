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39959-0C67-46AB-8E51-BB45B935EF3D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57115-B6E8-4DEA-BE7D-BFFA1811D2A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793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57115-B6E8-4DEA-BE7D-BFFA1811D2AF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881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2BD48-E235-43D3-8CBB-D433F3228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CB3C97-3E1D-5F95-EB59-DFCFE332E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0F53FC-A575-80AD-0028-3CF53AE3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8FB1F-18A8-C868-6FE6-2141B57B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47133C-EF40-A5BA-ECA0-57CDECCB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475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62C99-4946-207A-B49C-A6113E4FB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B4DAC-A098-1EBC-C7AB-3C1896CBE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7CB8D2-9532-EC69-828C-8121392C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6FD17-C16C-BA00-7449-126B5F91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D5154-225D-6028-AEC6-A0CC2E96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006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C0FD6-992E-F734-906C-F55659A74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F0CBA1-4A5F-C6CC-23CF-9FF024081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FECB40-1266-5247-988B-3D61E447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69B995-317C-596C-5F39-E681C6508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DB71A4-3755-56AB-FB76-FB7A3347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340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7D6BE-7BB7-4718-9117-65A860AF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BD66A5-E047-0BD3-A848-6796EDE6E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EF48FA-0F4A-5629-FD07-CF940D892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DCC3B8-4F03-E31B-C301-1116FD07D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97AE41-198B-A51C-73FC-A6641037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7DB8B3-0C92-3F80-A389-5E23C5F4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151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F3372-EDBD-F7DC-DA48-7E4786D44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0DEEEF-57E2-7A73-033F-B080F94BA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111D18-9457-0061-FD24-0A94E0A0D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F9A975-BE0D-B056-D287-AB793F9A4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393B22-241C-FE26-B445-90D529C66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A25B04D-3FEA-2A55-EE20-55258EB2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47BC70-A24B-9E1A-F8CF-F57CDC9C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2D01CB4-0BAF-1218-FC3A-1977F170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1434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1D33F-9419-0745-92A7-32ED9766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8B38CB1-B0E1-C1EB-AF06-3534CC1C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B4D483-9B29-4265-130C-9AB4A403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5BF726-2E93-04AC-8578-3887192D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235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E5ED3B-CA69-9E38-34D7-834D96ED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2EE513-3B97-D035-3AA3-54CA86518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3E24C7-ECA0-B305-39B5-59BFEA63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326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48B8D-04BF-231A-85F4-FFC4B1585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A46376-D7B5-A1DF-444F-C89136FFD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0205B9-C698-318B-CF03-132B00748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42FA9E-9232-F63C-D7E7-4E25ED09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87B564-4009-C98D-C873-5C11BDA65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DDA220-8666-58B0-3046-B5705E4B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463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D76FF-E7A2-BC14-25EB-A0A34C5A1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B2EE53-A066-A872-0CB7-06C78B0D3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5CDDA9-7268-5D3B-E75D-461A7F571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77DB45-22A7-6CCC-1D5D-29D09EF7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3C0890-4848-CEF9-7D67-437DD3142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3C77AB-23D7-B007-481E-2076DB4A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2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AAD66-9EEB-C247-3F6F-F3D6991C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58BD84-7E83-A436-156C-122B9F358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B7BB41-FA95-F251-6731-114273FD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A3D25-1452-4216-8178-6A43DE17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A52BB5-99F0-B818-E752-15F16F653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205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C0C838-EB07-E4EF-BF99-1B2085D2F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289031-5F54-681C-3FA8-AA4EC1540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EFA3DD-2B08-80CF-2B00-31D3FEB5E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714DD-EB6A-655D-E722-777BC299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0ADC05-118A-73F3-6454-5F3A99A1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9546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CE5AD-32DE-DE98-869D-35877039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F80C62-6B0A-F7FA-2318-ADB93BC70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3889D7-6828-F24C-C47A-147C9C74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1E6801-C1DB-D2AE-D6B4-BEA362C7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FDE927-C8DF-B7A5-BA7F-C1CC53BB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026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5F2D41-30E9-58FB-1686-192A7F47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32B75E-DABE-5DA8-6B2A-7A7C7036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2B0AA5-82AD-6B54-C5D7-60BF33A14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C287A-AA27-4C40-9418-ADD7930CDF0A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9AEC72-4DC1-6C88-6DB3-9FD86286F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B1E2EF-8232-E427-A063-BB95CA7DF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11DA8-59F1-4434-8AC6-C56B3B7721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649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C2B96-CE3B-F7AB-C1A4-76141CC2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¿DELITO O CRÍTICA?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8A07C1-3EA1-4A09-160B-F37D4F614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0" marR="0" lvl="0" indent="0" algn="just" rtl="0">
              <a:buNone/>
            </a:pPr>
            <a:r>
              <a:rPr lang="es-ES" sz="36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Un titular de periódico real de México sobre un caso de difamación o ciberacoso demandado.</a:t>
            </a:r>
          </a:p>
          <a:p>
            <a:pPr marL="0" marR="0" lvl="0" indent="0" algn="just" rtl="0">
              <a:buNone/>
            </a:pPr>
            <a:endParaRPr lang="es-ES" sz="3600" kern="10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L="0" marR="0" lvl="0" indent="0" algn="ctr" rtl="0">
              <a:buNone/>
            </a:pPr>
            <a:endParaRPr lang="es-ES" sz="3600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3CD202-0D19-62E1-3737-741E4618A7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26" t="6145" r="2749" b="11753"/>
          <a:stretch/>
        </p:blipFill>
        <p:spPr>
          <a:xfrm>
            <a:off x="4347147" y="3761437"/>
            <a:ext cx="4422099" cy="255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2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C5FDD-10D0-39F6-A2AA-7FD9FA71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BALANZA CONSTITUCIONAL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E8B357-FD8A-7527-3635-61981937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algn="ctr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(Seguridad, Art. 16, 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Acceso Ilícito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)</a:t>
            </a:r>
          </a:p>
          <a:p>
            <a:pPr marL="0" marR="0" lvl="0" indent="0" algn="ctr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Vs</a:t>
            </a:r>
          </a:p>
          <a:p>
            <a:pPr marL="0" marR="0" lvl="0" indent="0" algn="ctr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(Libertad de Expresión, Art. 6º)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FFB807-C8BF-0D43-FF81-67F0C8F8D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837" y="1983073"/>
            <a:ext cx="26003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7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D323B-07E4-C881-69B5-B98A5629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PRUEBA DE LOS </a:t>
            </a:r>
            <a:r>
              <a:rPr lang="es-ES" b="0" i="0" u="none" strike="noStrike" kern="100" baseline="0">
                <a:solidFill>
                  <a:srgbClr val="0F4761"/>
                </a:solidFill>
                <a:latin typeface="Century Gothic" panose="020B0502020202020204" pitchFamily="34" charset="0"/>
              </a:rPr>
              <a:t>TRES FILTROS</a:t>
            </a:r>
            <a:endParaRPr lang="es-ES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05CAA-AA12-5FED-21FE-825AB0D43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algn="ctr" rtl="0">
              <a:buNone/>
            </a:pPr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457200" marR="0" lvl="1" indent="0" rtl="0">
              <a:buNone/>
            </a:pPr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457200" marR="0" lvl="1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4CE7B7-40B1-C0C8-7DAB-318A62C9C0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5" t="5324" b="9931"/>
          <a:stretch/>
        </p:blipFill>
        <p:spPr>
          <a:xfrm>
            <a:off x="4344739" y="2223359"/>
            <a:ext cx="3862285" cy="3555869"/>
          </a:xfrm>
          <a:prstGeom prst="rect">
            <a:avLst/>
          </a:prstGeom>
        </p:spPr>
      </p:pic>
      <p:sp>
        <p:nvSpPr>
          <p:cNvPr id="5" name="Flecha: hacia la izquierda 4">
            <a:extLst>
              <a:ext uri="{FF2B5EF4-FFF2-40B4-BE49-F238E27FC236}">
                <a16:creationId xmlns:a16="http://schemas.microsoft.com/office/drawing/2014/main" id="{9297CF27-5DE4-E503-B5DB-AF58B980BBFB}"/>
              </a:ext>
            </a:extLst>
          </p:cNvPr>
          <p:cNvSpPr/>
          <p:nvPr/>
        </p:nvSpPr>
        <p:spPr>
          <a:xfrm>
            <a:off x="9291208" y="2654339"/>
            <a:ext cx="2311178" cy="63345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Legalidad</a:t>
            </a:r>
          </a:p>
        </p:txBody>
      </p:sp>
      <p:sp>
        <p:nvSpPr>
          <p:cNvPr id="6" name="Flecha: hacia la izquierda 5">
            <a:extLst>
              <a:ext uri="{FF2B5EF4-FFF2-40B4-BE49-F238E27FC236}">
                <a16:creationId xmlns:a16="http://schemas.microsoft.com/office/drawing/2014/main" id="{4E983A1F-EF33-F3C5-9E39-8D4EE97B709C}"/>
              </a:ext>
            </a:extLst>
          </p:cNvPr>
          <p:cNvSpPr/>
          <p:nvPr/>
        </p:nvSpPr>
        <p:spPr>
          <a:xfrm>
            <a:off x="9291207" y="3852472"/>
            <a:ext cx="2311179" cy="63345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Necesidad</a:t>
            </a:r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BE6A51C1-FA81-BB29-0234-D89E3D77FBC2}"/>
              </a:ext>
            </a:extLst>
          </p:cNvPr>
          <p:cNvSpPr/>
          <p:nvPr/>
        </p:nvSpPr>
        <p:spPr>
          <a:xfrm>
            <a:off x="9291207" y="4808289"/>
            <a:ext cx="2311179" cy="63345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Proporcionalidad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4130BC5-522A-97D4-3804-96AB7DAB9EB9}"/>
              </a:ext>
            </a:extLst>
          </p:cNvPr>
          <p:cNvSpPr/>
          <p:nvPr/>
        </p:nvSpPr>
        <p:spPr>
          <a:xfrm>
            <a:off x="1828799" y="3544092"/>
            <a:ext cx="1431756" cy="1057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dirty="0" err="1">
                <a:latin typeface="Century Gothic" panose="020B0502020202020204" pitchFamily="34" charset="0"/>
              </a:rPr>
              <a:t>CiDH</a:t>
            </a:r>
            <a:endParaRPr lang="es-MX" sz="3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94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F747B-9990-3769-A67D-2E50FE0A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TAXATIVIDAD: EL ENEMIGO DE LA VAGUEDAD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2AD700-28DB-2458-559E-F5B6ACED1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F79A24-9BEA-43D5-1FFC-D1FCCD07A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403" y="2012429"/>
            <a:ext cx="3329066" cy="332906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44A215-5ED1-C80E-E4B8-14F4E7179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699" y="2538411"/>
            <a:ext cx="2571750" cy="1781175"/>
          </a:xfrm>
          <a:prstGeom prst="rect">
            <a:avLst/>
          </a:prstGeom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CE71E64D-25F3-E5C8-0536-E7D9CF9612ED}"/>
              </a:ext>
            </a:extLst>
          </p:cNvPr>
          <p:cNvSpPr/>
          <p:nvPr/>
        </p:nvSpPr>
        <p:spPr>
          <a:xfrm>
            <a:off x="3252866" y="510865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2BE906F0-6B0F-C7EB-F2B9-62D27091408A}"/>
              </a:ext>
            </a:extLst>
          </p:cNvPr>
          <p:cNvCxnSpPr/>
          <p:nvPr/>
        </p:nvCxnSpPr>
        <p:spPr>
          <a:xfrm>
            <a:off x="8028332" y="4678882"/>
            <a:ext cx="914400" cy="9144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56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A5C4D-6622-4A5D-E5CC-319D02F6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SCJN: DESPENALIZACIÓN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0C4E1-6566-AFE9-41C1-94CE50F3F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1" rtl="0"/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1" rtl="0"/>
            <a:endParaRPr lang="es-ES" b="0" i="1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AD33A7-748C-E425-6974-F56F6A17AD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8" t="12636" r="12459" b="10403"/>
          <a:stretch/>
        </p:blipFill>
        <p:spPr>
          <a:xfrm>
            <a:off x="8109680" y="2509939"/>
            <a:ext cx="2503358" cy="23534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C4C9B56-BE30-236D-4225-92486D5AEF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32" t="31694" r="7085" b="31366"/>
          <a:stretch/>
        </p:blipFill>
        <p:spPr>
          <a:xfrm>
            <a:off x="1234189" y="2419999"/>
            <a:ext cx="5876145" cy="2533337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B920352-4AEB-43D1-1802-65E2078737D3}"/>
              </a:ext>
            </a:extLst>
          </p:cNvPr>
          <p:cNvSpPr/>
          <p:nvPr/>
        </p:nvSpPr>
        <p:spPr>
          <a:xfrm>
            <a:off x="2533338" y="5636302"/>
            <a:ext cx="2653259" cy="540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Indemnización Civil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0868C21-EC3B-64BB-A88B-BB045864A38F}"/>
              </a:ext>
            </a:extLst>
          </p:cNvPr>
          <p:cNvSpPr/>
          <p:nvPr/>
        </p:nvSpPr>
        <p:spPr>
          <a:xfrm>
            <a:off x="8739266" y="5636302"/>
            <a:ext cx="1828800" cy="540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Prisión</a:t>
            </a:r>
          </a:p>
        </p:txBody>
      </p:sp>
    </p:spTree>
    <p:extLst>
      <p:ext uri="{BB962C8B-B14F-4D97-AF65-F5344CB8AC3E}">
        <p14:creationId xmlns:p14="http://schemas.microsoft.com/office/powerpoint/2010/main" val="90351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09CC0-C2D5-C473-F8B3-BADBACD8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EXCEPCIÓN: VIOLENCIA NO ES EXPRESIÓN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8B32D6-FEC8-3482-3FAA-21229031A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s-MX" b="0" i="1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87A475-4797-DA89-A97D-D90BCFE6E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505" y="2032566"/>
            <a:ext cx="3825846" cy="279286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12FE07B-8C8A-4B52-7C21-ADAC088B2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044" y="2032566"/>
            <a:ext cx="2817376" cy="2817376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C26110F3-98E4-2294-2AC5-4957F6EAC1D5}"/>
              </a:ext>
            </a:extLst>
          </p:cNvPr>
          <p:cNvSpPr/>
          <p:nvPr/>
        </p:nvSpPr>
        <p:spPr>
          <a:xfrm>
            <a:off x="7787778" y="2971799"/>
            <a:ext cx="1663908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Art. 4</a:t>
            </a:r>
          </a:p>
        </p:txBody>
      </p:sp>
    </p:spTree>
    <p:extLst>
      <p:ext uri="{BB962C8B-B14F-4D97-AF65-F5344CB8AC3E}">
        <p14:creationId xmlns:p14="http://schemas.microsoft.com/office/powerpoint/2010/main" val="166602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B5E9F-17EF-4BCB-4EB8-DDA42CA0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pt-BR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ÚLTIMA RATIO: RECURSO FINAL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46D4AA-C77F-050B-C682-9863E7F42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s-E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s-ES" kern="10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5D09E2-162A-A5FE-230C-4D8B67821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864" y="1871141"/>
            <a:ext cx="2083165" cy="27811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DED9CDB-C924-8B2D-D60C-D7A876586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839" y="2401093"/>
            <a:ext cx="3147623" cy="1762669"/>
          </a:xfrm>
          <a:prstGeom prst="rect">
            <a:avLst/>
          </a:prstGeom>
        </p:spPr>
      </p:pic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21E77C59-F800-725D-1CF9-F3F99C7EAF6A}"/>
              </a:ext>
            </a:extLst>
          </p:cNvPr>
          <p:cNvSpPr/>
          <p:nvPr/>
        </p:nvSpPr>
        <p:spPr>
          <a:xfrm>
            <a:off x="2443863" y="4652274"/>
            <a:ext cx="2083165" cy="914400"/>
          </a:xfrm>
          <a:prstGeom prst="round2Diag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latin typeface="Century Gothic" panose="020B0502020202020204" pitchFamily="34" charset="0"/>
              </a:rPr>
              <a:t>Derecho Penal</a:t>
            </a:r>
          </a:p>
        </p:txBody>
      </p:sp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71A80222-BECE-6522-8765-ED48C0C0E2DD}"/>
              </a:ext>
            </a:extLst>
          </p:cNvPr>
          <p:cNvSpPr/>
          <p:nvPr/>
        </p:nvSpPr>
        <p:spPr>
          <a:xfrm>
            <a:off x="6805534" y="4527029"/>
            <a:ext cx="2383436" cy="9144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>
                <a:latin typeface="Century Gothic" panose="020B0502020202020204" pitchFamily="34" charset="0"/>
              </a:rPr>
              <a:t>Vía Civil o Administrativa</a:t>
            </a:r>
          </a:p>
        </p:txBody>
      </p:sp>
    </p:spTree>
    <p:extLst>
      <p:ext uri="{BB962C8B-B14F-4D97-AF65-F5344CB8AC3E}">
        <p14:creationId xmlns:p14="http://schemas.microsoft.com/office/powerpoint/2010/main" val="3140456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8EA34-ACA4-FED1-F080-FB5F2926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 ROL: GUARDIÁN DE LA CONSTITUCIÓN</a:t>
            </a:r>
            <a:endParaRPr lang="es-MX" dirty="0">
              <a:latin typeface="Century Gothic" panose="020B0502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978D2B-2BEA-74A1-6E3C-14B0F3726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D73FF1-337C-E85E-558D-3347AB372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834" y="2526324"/>
            <a:ext cx="4194331" cy="21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88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DIAPOSITIVAS 1</Template>
  <TotalTime>105</TotalTime>
  <Words>97</Words>
  <Application>Microsoft Office PowerPoint</Application>
  <PresentationFormat>Panorámica</PresentationFormat>
  <Paragraphs>39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Century Gothic</vt:lpstr>
      <vt:lpstr>Times New Roman</vt:lpstr>
      <vt:lpstr>Tema de Office</vt:lpstr>
      <vt:lpstr>¿DELITO O CRÍTICA?</vt:lpstr>
      <vt:lpstr>LA BALANZA CONSTITUCIONAL</vt:lpstr>
      <vt:lpstr>LA PRUEBA DE LOS TRES FILTROS</vt:lpstr>
      <vt:lpstr>TAXATIVIDAD: EL ENEMIGO DE LA VAGUEDAD</vt:lpstr>
      <vt:lpstr>LA SCJN: DESPENALIZACIÓN</vt:lpstr>
      <vt:lpstr>LA EXCEPCIÓN: VIOLENCIA NO ES EXPRESIÓN</vt:lpstr>
      <vt:lpstr>ÚLTIMA RATIO: RECURSO FINAL</vt:lpstr>
      <vt:lpstr>TU ROL: GUARDIÁN DE LA CONSTITUCIÓN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D1¿DELITO O CRÍTICA?</dc:title>
  <dc:creator>GERARDO ROBERTO ARAGÓN GONZÁLEZ</dc:creator>
  <cp:lastModifiedBy>GERARDO ROBERTO ARAGÓN GONZÁLEZ</cp:lastModifiedBy>
  <cp:revision>36</cp:revision>
  <dcterms:created xsi:type="dcterms:W3CDTF">2025-10-06T12:43:03Z</dcterms:created>
  <dcterms:modified xsi:type="dcterms:W3CDTF">2025-10-06T23:37:09Z</dcterms:modified>
</cp:coreProperties>
</file>