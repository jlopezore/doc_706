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80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  <p:sldId id="274" r:id="rId21"/>
    <p:sldId id="276" r:id="rId22"/>
    <p:sldId id="277" r:id="rId23"/>
    <p:sldId id="279" r:id="rId24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8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ARDO ROBERTO ARAGÓN GONZÁLEZ" userId="08711c7df194d5de" providerId="LiveId" clId="{20B36D10-3AF1-4C8D-97AB-C4CEB328F7D7}"/>
    <pc:docChg chg="undo custSel addSld delSld modSld">
      <pc:chgData name="GERARDO ROBERTO ARAGÓN GONZÁLEZ" userId="08711c7df194d5de" providerId="LiveId" clId="{20B36D10-3AF1-4C8D-97AB-C4CEB328F7D7}" dt="2025-10-15T12:00:14.019" v="584" actId="13926"/>
      <pc:docMkLst>
        <pc:docMk/>
      </pc:docMkLst>
      <pc:sldChg chg="del">
        <pc:chgData name="GERARDO ROBERTO ARAGÓN GONZÁLEZ" userId="08711c7df194d5de" providerId="LiveId" clId="{20B36D10-3AF1-4C8D-97AB-C4CEB328F7D7}" dt="2025-10-15T11:09:35.667" v="0" actId="2696"/>
        <pc:sldMkLst>
          <pc:docMk/>
          <pc:sldMk cId="128097913" sldId="256"/>
        </pc:sldMkLst>
      </pc:sldChg>
      <pc:sldChg chg="addSp modSp mod">
        <pc:chgData name="GERARDO ROBERTO ARAGÓN GONZÁLEZ" userId="08711c7df194d5de" providerId="LiveId" clId="{20B36D10-3AF1-4C8D-97AB-C4CEB328F7D7}" dt="2025-10-15T11:19:51.623" v="102" actId="20577"/>
        <pc:sldMkLst>
          <pc:docMk/>
          <pc:sldMk cId="1159951053" sldId="257"/>
        </pc:sldMkLst>
        <pc:spChg chg="mod">
          <ac:chgData name="GERARDO ROBERTO ARAGÓN GONZÁLEZ" userId="08711c7df194d5de" providerId="LiveId" clId="{20B36D10-3AF1-4C8D-97AB-C4CEB328F7D7}" dt="2025-10-15T11:11:40.214" v="22" actId="27636"/>
          <ac:spMkLst>
            <pc:docMk/>
            <pc:sldMk cId="1159951053" sldId="257"/>
            <ac:spMk id="2" creationId="{4AED32E9-E6AA-7FC1-0389-A2BDED4FE984}"/>
          </ac:spMkLst>
        </pc:spChg>
        <pc:spChg chg="mod">
          <ac:chgData name="GERARDO ROBERTO ARAGÓN GONZÁLEZ" userId="08711c7df194d5de" providerId="LiveId" clId="{20B36D10-3AF1-4C8D-97AB-C4CEB328F7D7}" dt="2025-10-15T11:19:51.623" v="102" actId="20577"/>
          <ac:spMkLst>
            <pc:docMk/>
            <pc:sldMk cId="1159951053" sldId="257"/>
            <ac:spMk id="3" creationId="{441FFF26-D2C2-FD53-4BF9-783CCB35222F}"/>
          </ac:spMkLst>
        </pc:spChg>
        <pc:picChg chg="add mod">
          <ac:chgData name="GERARDO ROBERTO ARAGÓN GONZÁLEZ" userId="08711c7df194d5de" providerId="LiveId" clId="{20B36D10-3AF1-4C8D-97AB-C4CEB328F7D7}" dt="2025-10-15T11:19:40.955" v="93" actId="1076"/>
          <ac:picMkLst>
            <pc:docMk/>
            <pc:sldMk cId="1159951053" sldId="257"/>
            <ac:picMk id="4" creationId="{E79FEDB8-0FB6-08B6-A9B7-54B27F8C1EA3}"/>
          </ac:picMkLst>
        </pc:picChg>
      </pc:sldChg>
      <pc:sldChg chg="modSp mod">
        <pc:chgData name="GERARDO ROBERTO ARAGÓN GONZÁLEZ" userId="08711c7df194d5de" providerId="LiveId" clId="{20B36D10-3AF1-4C8D-97AB-C4CEB328F7D7}" dt="2025-10-15T11:13:21.486" v="40" actId="6549"/>
        <pc:sldMkLst>
          <pc:docMk/>
          <pc:sldMk cId="428492058" sldId="258"/>
        </pc:sldMkLst>
        <pc:spChg chg="mod">
          <ac:chgData name="GERARDO ROBERTO ARAGÓN GONZÁLEZ" userId="08711c7df194d5de" providerId="LiveId" clId="{20B36D10-3AF1-4C8D-97AB-C4CEB328F7D7}" dt="2025-10-15T11:12:56.422" v="37" actId="207"/>
          <ac:spMkLst>
            <pc:docMk/>
            <pc:sldMk cId="428492058" sldId="258"/>
            <ac:spMk id="2" creationId="{2068992C-5A41-E121-BB36-98447BDF2FCF}"/>
          </ac:spMkLst>
        </pc:spChg>
        <pc:spChg chg="mod">
          <ac:chgData name="GERARDO ROBERTO ARAGÓN GONZÁLEZ" userId="08711c7df194d5de" providerId="LiveId" clId="{20B36D10-3AF1-4C8D-97AB-C4CEB328F7D7}" dt="2025-10-15T11:13:21.486" v="40" actId="6549"/>
          <ac:spMkLst>
            <pc:docMk/>
            <pc:sldMk cId="428492058" sldId="258"/>
            <ac:spMk id="3" creationId="{42D27B75-9638-F35C-B075-38034008D162}"/>
          </ac:spMkLst>
        </pc:spChg>
      </pc:sldChg>
      <pc:sldChg chg="modSp mod">
        <pc:chgData name="GERARDO ROBERTO ARAGÓN GONZÁLEZ" userId="08711c7df194d5de" providerId="LiveId" clId="{20B36D10-3AF1-4C8D-97AB-C4CEB328F7D7}" dt="2025-10-15T11:15:50.637" v="56" actId="5793"/>
        <pc:sldMkLst>
          <pc:docMk/>
          <pc:sldMk cId="4112078636" sldId="259"/>
        </pc:sldMkLst>
        <pc:spChg chg="mod">
          <ac:chgData name="GERARDO ROBERTO ARAGÓN GONZÁLEZ" userId="08711c7df194d5de" providerId="LiveId" clId="{20B36D10-3AF1-4C8D-97AB-C4CEB328F7D7}" dt="2025-10-15T11:15:23.235" v="48" actId="20577"/>
          <ac:spMkLst>
            <pc:docMk/>
            <pc:sldMk cId="4112078636" sldId="259"/>
            <ac:spMk id="2" creationId="{8F5B7841-6A27-43A9-4637-16577B4B1C61}"/>
          </ac:spMkLst>
        </pc:spChg>
        <pc:spChg chg="mod">
          <ac:chgData name="GERARDO ROBERTO ARAGÓN GONZÁLEZ" userId="08711c7df194d5de" providerId="LiveId" clId="{20B36D10-3AF1-4C8D-97AB-C4CEB328F7D7}" dt="2025-10-15T11:15:50.637" v="56" actId="5793"/>
          <ac:spMkLst>
            <pc:docMk/>
            <pc:sldMk cId="4112078636" sldId="259"/>
            <ac:spMk id="3" creationId="{05CD1C0C-2378-B003-DAEF-42A64516EDFF}"/>
          </ac:spMkLst>
        </pc:spChg>
      </pc:sldChg>
      <pc:sldChg chg="addSp modSp mod">
        <pc:chgData name="GERARDO ROBERTO ARAGÓN GONZÁLEZ" userId="08711c7df194d5de" providerId="LiveId" clId="{20B36D10-3AF1-4C8D-97AB-C4CEB328F7D7}" dt="2025-10-15T11:18:49.841" v="88" actId="207"/>
        <pc:sldMkLst>
          <pc:docMk/>
          <pc:sldMk cId="1741926903" sldId="260"/>
        </pc:sldMkLst>
        <pc:spChg chg="mod">
          <ac:chgData name="GERARDO ROBERTO ARAGÓN GONZÁLEZ" userId="08711c7df194d5de" providerId="LiveId" clId="{20B36D10-3AF1-4C8D-97AB-C4CEB328F7D7}" dt="2025-10-15T11:16:10.443" v="60" actId="207"/>
          <ac:spMkLst>
            <pc:docMk/>
            <pc:sldMk cId="1741926903" sldId="260"/>
            <ac:spMk id="2" creationId="{75FD4AB9-7C28-C52F-DD19-3F658A5C98C0}"/>
          </ac:spMkLst>
        </pc:spChg>
        <pc:spChg chg="mod">
          <ac:chgData name="GERARDO ROBERTO ARAGÓN GONZÁLEZ" userId="08711c7df194d5de" providerId="LiveId" clId="{20B36D10-3AF1-4C8D-97AB-C4CEB328F7D7}" dt="2025-10-15T11:17:32.753" v="78" actId="20577"/>
          <ac:spMkLst>
            <pc:docMk/>
            <pc:sldMk cId="1741926903" sldId="260"/>
            <ac:spMk id="3" creationId="{BDF03307-F9D0-AC8F-28C4-4B05BA63871A}"/>
          </ac:spMkLst>
        </pc:spChg>
        <pc:spChg chg="add mod">
          <ac:chgData name="GERARDO ROBERTO ARAGÓN GONZÁLEZ" userId="08711c7df194d5de" providerId="LiveId" clId="{20B36D10-3AF1-4C8D-97AB-C4CEB328F7D7}" dt="2025-10-15T11:18:49.841" v="88" actId="207"/>
          <ac:spMkLst>
            <pc:docMk/>
            <pc:sldMk cId="1741926903" sldId="260"/>
            <ac:spMk id="5" creationId="{514AEF03-FE7B-45EB-D654-8A25F87707A1}"/>
          </ac:spMkLst>
        </pc:spChg>
        <pc:picChg chg="add mod">
          <ac:chgData name="GERARDO ROBERTO ARAGÓN GONZÁLEZ" userId="08711c7df194d5de" providerId="LiveId" clId="{20B36D10-3AF1-4C8D-97AB-C4CEB328F7D7}" dt="2025-10-15T11:17:56.861" v="81" actId="1076"/>
          <ac:picMkLst>
            <pc:docMk/>
            <pc:sldMk cId="1741926903" sldId="260"/>
            <ac:picMk id="4" creationId="{55EA6800-5512-D22A-2050-B20676194F96}"/>
          </ac:picMkLst>
        </pc:picChg>
      </pc:sldChg>
      <pc:sldChg chg="modSp mod">
        <pc:chgData name="GERARDO ROBERTO ARAGÓN GONZÁLEZ" userId="08711c7df194d5de" providerId="LiveId" clId="{20B36D10-3AF1-4C8D-97AB-C4CEB328F7D7}" dt="2025-10-15T11:21:02.602" v="113" actId="207"/>
        <pc:sldMkLst>
          <pc:docMk/>
          <pc:sldMk cId="210856774" sldId="261"/>
        </pc:sldMkLst>
        <pc:spChg chg="mod">
          <ac:chgData name="GERARDO ROBERTO ARAGÓN GONZÁLEZ" userId="08711c7df194d5de" providerId="LiveId" clId="{20B36D10-3AF1-4C8D-97AB-C4CEB328F7D7}" dt="2025-10-15T11:21:02.602" v="113" actId="207"/>
          <ac:spMkLst>
            <pc:docMk/>
            <pc:sldMk cId="210856774" sldId="261"/>
            <ac:spMk id="2" creationId="{F1954A6F-BA04-DA51-D9D8-79CE8F5D07E7}"/>
          </ac:spMkLst>
        </pc:spChg>
        <pc:spChg chg="mod">
          <ac:chgData name="GERARDO ROBERTO ARAGÓN GONZÁLEZ" userId="08711c7df194d5de" providerId="LiveId" clId="{20B36D10-3AF1-4C8D-97AB-C4CEB328F7D7}" dt="2025-10-15T11:20:58.846" v="112" actId="207"/>
          <ac:spMkLst>
            <pc:docMk/>
            <pc:sldMk cId="210856774" sldId="261"/>
            <ac:spMk id="3" creationId="{8F48F368-9734-28A2-01F5-BD5C612E07E0}"/>
          </ac:spMkLst>
        </pc:spChg>
      </pc:sldChg>
      <pc:sldChg chg="modSp mod">
        <pc:chgData name="GERARDO ROBERTO ARAGÓN GONZÁLEZ" userId="08711c7df194d5de" providerId="LiveId" clId="{20B36D10-3AF1-4C8D-97AB-C4CEB328F7D7}" dt="2025-10-15T11:22:23.271" v="149" actId="5793"/>
        <pc:sldMkLst>
          <pc:docMk/>
          <pc:sldMk cId="396439393" sldId="262"/>
        </pc:sldMkLst>
        <pc:spChg chg="mod">
          <ac:chgData name="GERARDO ROBERTO ARAGÓN GONZÁLEZ" userId="08711c7df194d5de" providerId="LiveId" clId="{20B36D10-3AF1-4C8D-97AB-C4CEB328F7D7}" dt="2025-10-15T11:21:29.706" v="123" actId="207"/>
          <ac:spMkLst>
            <pc:docMk/>
            <pc:sldMk cId="396439393" sldId="262"/>
            <ac:spMk id="2" creationId="{A6CAAAEB-E040-B255-E162-674AEF3677AF}"/>
          </ac:spMkLst>
        </pc:spChg>
        <pc:spChg chg="mod">
          <ac:chgData name="GERARDO ROBERTO ARAGÓN GONZÁLEZ" userId="08711c7df194d5de" providerId="LiveId" clId="{20B36D10-3AF1-4C8D-97AB-C4CEB328F7D7}" dt="2025-10-15T11:22:23.271" v="149" actId="5793"/>
          <ac:spMkLst>
            <pc:docMk/>
            <pc:sldMk cId="396439393" sldId="262"/>
            <ac:spMk id="3" creationId="{20394102-5184-E966-CBA5-86FB7ED098AB}"/>
          </ac:spMkLst>
        </pc:spChg>
      </pc:sldChg>
      <pc:sldChg chg="modSp mod">
        <pc:chgData name="GERARDO ROBERTO ARAGÓN GONZÁLEZ" userId="08711c7df194d5de" providerId="LiveId" clId="{20B36D10-3AF1-4C8D-97AB-C4CEB328F7D7}" dt="2025-10-15T11:23:18.555" v="162" actId="207"/>
        <pc:sldMkLst>
          <pc:docMk/>
          <pc:sldMk cId="4196719713" sldId="263"/>
        </pc:sldMkLst>
        <pc:spChg chg="mod">
          <ac:chgData name="GERARDO ROBERTO ARAGÓN GONZÁLEZ" userId="08711c7df194d5de" providerId="LiveId" clId="{20B36D10-3AF1-4C8D-97AB-C4CEB328F7D7}" dt="2025-10-15T11:23:13.252" v="161" actId="20577"/>
          <ac:spMkLst>
            <pc:docMk/>
            <pc:sldMk cId="4196719713" sldId="263"/>
            <ac:spMk id="2" creationId="{603C2F92-74FD-84B0-9D48-F211D0EF0215}"/>
          </ac:spMkLst>
        </pc:spChg>
        <pc:spChg chg="mod">
          <ac:chgData name="GERARDO ROBERTO ARAGÓN GONZÁLEZ" userId="08711c7df194d5de" providerId="LiveId" clId="{20B36D10-3AF1-4C8D-97AB-C4CEB328F7D7}" dt="2025-10-15T11:23:18.555" v="162" actId="207"/>
          <ac:spMkLst>
            <pc:docMk/>
            <pc:sldMk cId="4196719713" sldId="263"/>
            <ac:spMk id="3" creationId="{F8FB601C-11E6-6F57-6A44-9F70B9ED4747}"/>
          </ac:spMkLst>
        </pc:spChg>
      </pc:sldChg>
      <pc:sldChg chg="modSp mod">
        <pc:chgData name="GERARDO ROBERTO ARAGÓN GONZÁLEZ" userId="08711c7df194d5de" providerId="LiveId" clId="{20B36D10-3AF1-4C8D-97AB-C4CEB328F7D7}" dt="2025-10-15T11:24:21.708" v="234" actId="20577"/>
        <pc:sldMkLst>
          <pc:docMk/>
          <pc:sldMk cId="1968389939" sldId="264"/>
        </pc:sldMkLst>
        <pc:spChg chg="mod">
          <ac:chgData name="GERARDO ROBERTO ARAGÓN GONZÁLEZ" userId="08711c7df194d5de" providerId="LiveId" clId="{20B36D10-3AF1-4C8D-97AB-C4CEB328F7D7}" dt="2025-10-15T11:23:46.220" v="180" actId="207"/>
          <ac:spMkLst>
            <pc:docMk/>
            <pc:sldMk cId="1968389939" sldId="264"/>
            <ac:spMk id="2" creationId="{D29F5292-7A2F-6032-7086-D87A61A5E39D}"/>
          </ac:spMkLst>
        </pc:spChg>
        <pc:spChg chg="mod">
          <ac:chgData name="GERARDO ROBERTO ARAGÓN GONZÁLEZ" userId="08711c7df194d5de" providerId="LiveId" clId="{20B36D10-3AF1-4C8D-97AB-C4CEB328F7D7}" dt="2025-10-15T11:24:21.708" v="234" actId="20577"/>
          <ac:spMkLst>
            <pc:docMk/>
            <pc:sldMk cId="1968389939" sldId="264"/>
            <ac:spMk id="3" creationId="{EC6B5D98-36DF-A208-3DD1-968B4DD90BC4}"/>
          </ac:spMkLst>
        </pc:spChg>
      </pc:sldChg>
      <pc:sldChg chg="addSp modSp mod">
        <pc:chgData name="GERARDO ROBERTO ARAGÓN GONZÁLEZ" userId="08711c7df194d5de" providerId="LiveId" clId="{20B36D10-3AF1-4C8D-97AB-C4CEB328F7D7}" dt="2025-10-15T11:32:49.536" v="337" actId="207"/>
        <pc:sldMkLst>
          <pc:docMk/>
          <pc:sldMk cId="72836573" sldId="265"/>
        </pc:sldMkLst>
        <pc:spChg chg="mod">
          <ac:chgData name="GERARDO ROBERTO ARAGÓN GONZÁLEZ" userId="08711c7df194d5de" providerId="LiveId" clId="{20B36D10-3AF1-4C8D-97AB-C4CEB328F7D7}" dt="2025-10-15T11:24:56.813" v="245" actId="207"/>
          <ac:spMkLst>
            <pc:docMk/>
            <pc:sldMk cId="72836573" sldId="265"/>
            <ac:spMk id="2" creationId="{61D451DE-0AEC-AEE7-F1AA-FA74AED49981}"/>
          </ac:spMkLst>
        </pc:spChg>
        <pc:spChg chg="mod">
          <ac:chgData name="GERARDO ROBERTO ARAGÓN GONZÁLEZ" userId="08711c7df194d5de" providerId="LiveId" clId="{20B36D10-3AF1-4C8D-97AB-C4CEB328F7D7}" dt="2025-10-15T11:32:49.536" v="337" actId="207"/>
          <ac:spMkLst>
            <pc:docMk/>
            <pc:sldMk cId="72836573" sldId="265"/>
            <ac:spMk id="3" creationId="{935779D9-713A-758B-EA93-DD46250DA050}"/>
          </ac:spMkLst>
        </pc:spChg>
        <pc:picChg chg="add mod">
          <ac:chgData name="GERARDO ROBERTO ARAGÓN GONZÁLEZ" userId="08711c7df194d5de" providerId="LiveId" clId="{20B36D10-3AF1-4C8D-97AB-C4CEB328F7D7}" dt="2025-10-15T11:25:44.490" v="256" actId="14100"/>
          <ac:picMkLst>
            <pc:docMk/>
            <pc:sldMk cId="72836573" sldId="265"/>
            <ac:picMk id="4" creationId="{74F7EF73-D80A-4B85-2D96-C7D36B80B22C}"/>
          </ac:picMkLst>
        </pc:picChg>
      </pc:sldChg>
      <pc:sldChg chg="modSp mod">
        <pc:chgData name="GERARDO ROBERTO ARAGÓN GONZÁLEZ" userId="08711c7df194d5de" providerId="LiveId" clId="{20B36D10-3AF1-4C8D-97AB-C4CEB328F7D7}" dt="2025-10-15T11:27:57.811" v="277" actId="207"/>
        <pc:sldMkLst>
          <pc:docMk/>
          <pc:sldMk cId="3050476401" sldId="266"/>
        </pc:sldMkLst>
        <pc:spChg chg="mod">
          <ac:chgData name="GERARDO ROBERTO ARAGÓN GONZÁLEZ" userId="08711c7df194d5de" providerId="LiveId" clId="{20B36D10-3AF1-4C8D-97AB-C4CEB328F7D7}" dt="2025-10-15T11:27:57.811" v="277" actId="207"/>
          <ac:spMkLst>
            <pc:docMk/>
            <pc:sldMk cId="3050476401" sldId="266"/>
            <ac:spMk id="2" creationId="{CEA498B0-C314-4F94-9EB9-ED4F7716CBA1}"/>
          </ac:spMkLst>
        </pc:spChg>
        <pc:spChg chg="mod">
          <ac:chgData name="GERARDO ROBERTO ARAGÓN GONZÁLEZ" userId="08711c7df194d5de" providerId="LiveId" clId="{20B36D10-3AF1-4C8D-97AB-C4CEB328F7D7}" dt="2025-10-15T11:27:44.319" v="274" actId="20577"/>
          <ac:spMkLst>
            <pc:docMk/>
            <pc:sldMk cId="3050476401" sldId="266"/>
            <ac:spMk id="3" creationId="{5B3B0166-CACC-3DF0-3423-375F1EDFCC5B}"/>
          </ac:spMkLst>
        </pc:spChg>
      </pc:sldChg>
      <pc:sldChg chg="modSp mod">
        <pc:chgData name="GERARDO ROBERTO ARAGÓN GONZÁLEZ" userId="08711c7df194d5de" providerId="LiveId" clId="{20B36D10-3AF1-4C8D-97AB-C4CEB328F7D7}" dt="2025-10-15T11:29:16.613" v="294" actId="207"/>
        <pc:sldMkLst>
          <pc:docMk/>
          <pc:sldMk cId="4277214886" sldId="267"/>
        </pc:sldMkLst>
        <pc:spChg chg="mod">
          <ac:chgData name="GERARDO ROBERTO ARAGÓN GONZÁLEZ" userId="08711c7df194d5de" providerId="LiveId" clId="{20B36D10-3AF1-4C8D-97AB-C4CEB328F7D7}" dt="2025-10-15T11:28:50.664" v="285" actId="207"/>
          <ac:spMkLst>
            <pc:docMk/>
            <pc:sldMk cId="4277214886" sldId="267"/>
            <ac:spMk id="2" creationId="{B68B0569-79D8-E1FC-90D2-C22FF9EEBF51}"/>
          </ac:spMkLst>
        </pc:spChg>
        <pc:spChg chg="mod">
          <ac:chgData name="GERARDO ROBERTO ARAGÓN GONZÁLEZ" userId="08711c7df194d5de" providerId="LiveId" clId="{20B36D10-3AF1-4C8D-97AB-C4CEB328F7D7}" dt="2025-10-15T11:29:16.613" v="294" actId="207"/>
          <ac:spMkLst>
            <pc:docMk/>
            <pc:sldMk cId="4277214886" sldId="267"/>
            <ac:spMk id="3" creationId="{88AC7859-177E-B640-DE19-B53BCF36CD29}"/>
          </ac:spMkLst>
        </pc:spChg>
      </pc:sldChg>
      <pc:sldChg chg="addSp modSp mod">
        <pc:chgData name="GERARDO ROBERTO ARAGÓN GONZÁLEZ" userId="08711c7df194d5de" providerId="LiveId" clId="{20B36D10-3AF1-4C8D-97AB-C4CEB328F7D7}" dt="2025-10-15T11:33:06.262" v="338" actId="113"/>
        <pc:sldMkLst>
          <pc:docMk/>
          <pc:sldMk cId="4037677118" sldId="268"/>
        </pc:sldMkLst>
        <pc:spChg chg="mod">
          <ac:chgData name="GERARDO ROBERTO ARAGÓN GONZÁLEZ" userId="08711c7df194d5de" providerId="LiveId" clId="{20B36D10-3AF1-4C8D-97AB-C4CEB328F7D7}" dt="2025-10-15T11:33:06.262" v="338" actId="113"/>
          <ac:spMkLst>
            <pc:docMk/>
            <pc:sldMk cId="4037677118" sldId="268"/>
            <ac:spMk id="2" creationId="{F80348B0-76A2-EF44-2B17-50255AC87687}"/>
          </ac:spMkLst>
        </pc:spChg>
        <pc:spChg chg="mod">
          <ac:chgData name="GERARDO ROBERTO ARAGÓN GONZÁLEZ" userId="08711c7df194d5de" providerId="LiveId" clId="{20B36D10-3AF1-4C8D-97AB-C4CEB328F7D7}" dt="2025-10-15T11:32:34.559" v="336" actId="123"/>
          <ac:spMkLst>
            <pc:docMk/>
            <pc:sldMk cId="4037677118" sldId="268"/>
            <ac:spMk id="3" creationId="{EE016C54-730A-445F-50AD-341438C85988}"/>
          </ac:spMkLst>
        </pc:spChg>
        <pc:spChg chg="add mod">
          <ac:chgData name="GERARDO ROBERTO ARAGÓN GONZÁLEZ" userId="08711c7df194d5de" providerId="LiveId" clId="{20B36D10-3AF1-4C8D-97AB-C4CEB328F7D7}" dt="2025-10-15T11:31:21.237" v="321" actId="20577"/>
          <ac:spMkLst>
            <pc:docMk/>
            <pc:sldMk cId="4037677118" sldId="268"/>
            <ac:spMk id="5" creationId="{527EE70B-D470-C794-844C-FD559F13F5CC}"/>
          </ac:spMkLst>
        </pc:spChg>
        <pc:picChg chg="add mod">
          <ac:chgData name="GERARDO ROBERTO ARAGÓN GONZÁLEZ" userId="08711c7df194d5de" providerId="LiveId" clId="{20B36D10-3AF1-4C8D-97AB-C4CEB328F7D7}" dt="2025-10-15T11:30:17.344" v="308" actId="1076"/>
          <ac:picMkLst>
            <pc:docMk/>
            <pc:sldMk cId="4037677118" sldId="268"/>
            <ac:picMk id="4" creationId="{F9E296A0-45DD-DC5D-1CB6-1C6DFFC3212A}"/>
          </ac:picMkLst>
        </pc:picChg>
      </pc:sldChg>
      <pc:sldChg chg="modSp mod">
        <pc:chgData name="GERARDO ROBERTO ARAGÓN GONZÁLEZ" userId="08711c7df194d5de" providerId="LiveId" clId="{20B36D10-3AF1-4C8D-97AB-C4CEB328F7D7}" dt="2025-10-15T11:32:28.551" v="335" actId="123"/>
        <pc:sldMkLst>
          <pc:docMk/>
          <pc:sldMk cId="3397269896" sldId="269"/>
        </pc:sldMkLst>
        <pc:spChg chg="mod">
          <ac:chgData name="GERARDO ROBERTO ARAGÓN GONZÁLEZ" userId="08711c7df194d5de" providerId="LiveId" clId="{20B36D10-3AF1-4C8D-97AB-C4CEB328F7D7}" dt="2025-10-15T11:32:01.977" v="328" actId="207"/>
          <ac:spMkLst>
            <pc:docMk/>
            <pc:sldMk cId="3397269896" sldId="269"/>
            <ac:spMk id="2" creationId="{0043BDAA-7A66-95A5-0103-4B76214384B3}"/>
          </ac:spMkLst>
        </pc:spChg>
        <pc:spChg chg="mod">
          <ac:chgData name="GERARDO ROBERTO ARAGÓN GONZÁLEZ" userId="08711c7df194d5de" providerId="LiveId" clId="{20B36D10-3AF1-4C8D-97AB-C4CEB328F7D7}" dt="2025-10-15T11:32:28.551" v="335" actId="123"/>
          <ac:spMkLst>
            <pc:docMk/>
            <pc:sldMk cId="3397269896" sldId="269"/>
            <ac:spMk id="3" creationId="{D06DAF23-0BF7-D496-37A2-9891E84CBB73}"/>
          </ac:spMkLst>
        </pc:spChg>
      </pc:sldChg>
      <pc:sldChg chg="modSp mod">
        <pc:chgData name="GERARDO ROBERTO ARAGÓN GONZÁLEZ" userId="08711c7df194d5de" providerId="LiveId" clId="{20B36D10-3AF1-4C8D-97AB-C4CEB328F7D7}" dt="2025-10-15T11:33:41.775" v="351" actId="207"/>
        <pc:sldMkLst>
          <pc:docMk/>
          <pc:sldMk cId="740192876" sldId="270"/>
        </pc:sldMkLst>
        <pc:spChg chg="mod">
          <ac:chgData name="GERARDO ROBERTO ARAGÓN GONZÁLEZ" userId="08711c7df194d5de" providerId="LiveId" clId="{20B36D10-3AF1-4C8D-97AB-C4CEB328F7D7}" dt="2025-10-15T11:33:41.775" v="351" actId="207"/>
          <ac:spMkLst>
            <pc:docMk/>
            <pc:sldMk cId="740192876" sldId="270"/>
            <ac:spMk id="2" creationId="{C3D7AE40-4586-F6DC-B05D-9864F609C38A}"/>
          </ac:spMkLst>
        </pc:spChg>
        <pc:spChg chg="mod">
          <ac:chgData name="GERARDO ROBERTO ARAGÓN GONZÁLEZ" userId="08711c7df194d5de" providerId="LiveId" clId="{20B36D10-3AF1-4C8D-97AB-C4CEB328F7D7}" dt="2025-10-15T11:33:31.567" v="347" actId="207"/>
          <ac:spMkLst>
            <pc:docMk/>
            <pc:sldMk cId="740192876" sldId="270"/>
            <ac:spMk id="3" creationId="{FB135B50-5346-1F69-206F-A703ECF85C7F}"/>
          </ac:spMkLst>
        </pc:spChg>
      </pc:sldChg>
      <pc:sldChg chg="addSp modSp mod setBg">
        <pc:chgData name="GERARDO ROBERTO ARAGÓN GONZÁLEZ" userId="08711c7df194d5de" providerId="LiveId" clId="{20B36D10-3AF1-4C8D-97AB-C4CEB328F7D7}" dt="2025-10-15T11:47:38.493" v="472" actId="14100"/>
        <pc:sldMkLst>
          <pc:docMk/>
          <pc:sldMk cId="3222826809" sldId="271"/>
        </pc:sldMkLst>
        <pc:spChg chg="mod">
          <ac:chgData name="GERARDO ROBERTO ARAGÓN GONZÁLEZ" userId="08711c7df194d5de" providerId="LiveId" clId="{20B36D10-3AF1-4C8D-97AB-C4CEB328F7D7}" dt="2025-10-15T11:36:27.809" v="374" actId="14100"/>
          <ac:spMkLst>
            <pc:docMk/>
            <pc:sldMk cId="3222826809" sldId="271"/>
            <ac:spMk id="2" creationId="{F8512E59-3F42-9E9B-4AE8-DE9BF07520ED}"/>
          </ac:spMkLst>
        </pc:spChg>
        <pc:spChg chg="mod">
          <ac:chgData name="GERARDO ROBERTO ARAGÓN GONZÁLEZ" userId="08711c7df194d5de" providerId="LiveId" clId="{20B36D10-3AF1-4C8D-97AB-C4CEB328F7D7}" dt="2025-10-15T11:36:53.733" v="381" actId="255"/>
          <ac:spMkLst>
            <pc:docMk/>
            <pc:sldMk cId="3222826809" sldId="271"/>
            <ac:spMk id="3" creationId="{E6154520-D288-B54E-0FF0-1E32828508C3}"/>
          </ac:spMkLst>
        </pc:spChg>
        <pc:spChg chg="add mod">
          <ac:chgData name="GERARDO ROBERTO ARAGÓN GONZÁLEZ" userId="08711c7df194d5de" providerId="LiveId" clId="{20B36D10-3AF1-4C8D-97AB-C4CEB328F7D7}" dt="2025-10-15T11:47:38.493" v="472" actId="14100"/>
          <ac:spMkLst>
            <pc:docMk/>
            <pc:sldMk cId="3222826809" sldId="271"/>
            <ac:spMk id="5" creationId="{4FEC919F-8ABA-46E2-2D40-D08A5E2055E5}"/>
          </ac:spMkLst>
        </pc:spChg>
        <pc:spChg chg="add">
          <ac:chgData name="GERARDO ROBERTO ARAGÓN GONZÁLEZ" userId="08711c7df194d5de" providerId="LiveId" clId="{20B36D10-3AF1-4C8D-97AB-C4CEB328F7D7}" dt="2025-10-15T11:36:04.817" v="368" actId="26606"/>
          <ac:spMkLst>
            <pc:docMk/>
            <pc:sldMk cId="3222826809" sldId="271"/>
            <ac:spMk id="9" creationId="{3ECBE1F1-D69B-4AFA-ABD5-8E41720EF6DE}"/>
          </ac:spMkLst>
        </pc:spChg>
        <pc:spChg chg="add">
          <ac:chgData name="GERARDO ROBERTO ARAGÓN GONZÁLEZ" userId="08711c7df194d5de" providerId="LiveId" clId="{20B36D10-3AF1-4C8D-97AB-C4CEB328F7D7}" dt="2025-10-15T11:36:04.817" v="368" actId="26606"/>
          <ac:spMkLst>
            <pc:docMk/>
            <pc:sldMk cId="3222826809" sldId="271"/>
            <ac:spMk id="11" creationId="{603A6265-E10C-4B85-9C20-E75FCAF9CC63}"/>
          </ac:spMkLst>
        </pc:spChg>
        <pc:picChg chg="add mod ord">
          <ac:chgData name="GERARDO ROBERTO ARAGÓN GONZÁLEZ" userId="08711c7df194d5de" providerId="LiveId" clId="{20B36D10-3AF1-4C8D-97AB-C4CEB328F7D7}" dt="2025-10-15T11:36:04.817" v="368" actId="26606"/>
          <ac:picMkLst>
            <pc:docMk/>
            <pc:sldMk cId="3222826809" sldId="271"/>
            <ac:picMk id="4" creationId="{10F1D1EA-F6F7-EF7D-04FC-263BA2B47F77}"/>
          </ac:picMkLst>
        </pc:picChg>
      </pc:sldChg>
      <pc:sldChg chg="modSp mod">
        <pc:chgData name="GERARDO ROBERTO ARAGÓN GONZÁLEZ" userId="08711c7df194d5de" providerId="LiveId" clId="{20B36D10-3AF1-4C8D-97AB-C4CEB328F7D7}" dt="2025-10-15T11:38:50.749" v="402" actId="13926"/>
        <pc:sldMkLst>
          <pc:docMk/>
          <pc:sldMk cId="2906858478" sldId="272"/>
        </pc:sldMkLst>
        <pc:spChg chg="mod">
          <ac:chgData name="GERARDO ROBERTO ARAGÓN GONZÁLEZ" userId="08711c7df194d5de" providerId="LiveId" clId="{20B36D10-3AF1-4C8D-97AB-C4CEB328F7D7}" dt="2025-10-15T11:37:39.779" v="393" actId="207"/>
          <ac:spMkLst>
            <pc:docMk/>
            <pc:sldMk cId="2906858478" sldId="272"/>
            <ac:spMk id="2" creationId="{9951FE50-A94C-3F5A-EA89-171093FCD2D8}"/>
          </ac:spMkLst>
        </pc:spChg>
        <pc:spChg chg="mod">
          <ac:chgData name="GERARDO ROBERTO ARAGÓN GONZÁLEZ" userId="08711c7df194d5de" providerId="LiveId" clId="{20B36D10-3AF1-4C8D-97AB-C4CEB328F7D7}" dt="2025-10-15T11:38:50.749" v="402" actId="13926"/>
          <ac:spMkLst>
            <pc:docMk/>
            <pc:sldMk cId="2906858478" sldId="272"/>
            <ac:spMk id="3" creationId="{A5615C4C-09F7-399F-F02E-01CF51FCD420}"/>
          </ac:spMkLst>
        </pc:spChg>
      </pc:sldChg>
      <pc:sldChg chg="modSp mod">
        <pc:chgData name="GERARDO ROBERTO ARAGÓN GONZÁLEZ" userId="08711c7df194d5de" providerId="LiveId" clId="{20B36D10-3AF1-4C8D-97AB-C4CEB328F7D7}" dt="2025-10-15T11:40:46.923" v="433" actId="207"/>
        <pc:sldMkLst>
          <pc:docMk/>
          <pc:sldMk cId="2225521497" sldId="273"/>
        </pc:sldMkLst>
        <pc:spChg chg="mod">
          <ac:chgData name="GERARDO ROBERTO ARAGÓN GONZÁLEZ" userId="08711c7df194d5de" providerId="LiveId" clId="{20B36D10-3AF1-4C8D-97AB-C4CEB328F7D7}" dt="2025-10-15T11:40:33.791" v="427" actId="207"/>
          <ac:spMkLst>
            <pc:docMk/>
            <pc:sldMk cId="2225521497" sldId="273"/>
            <ac:spMk id="2" creationId="{EBDD44C2-C446-F578-D70B-33C21EA24680}"/>
          </ac:spMkLst>
        </pc:spChg>
        <pc:spChg chg="mod">
          <ac:chgData name="GERARDO ROBERTO ARAGÓN GONZÁLEZ" userId="08711c7df194d5de" providerId="LiveId" clId="{20B36D10-3AF1-4C8D-97AB-C4CEB328F7D7}" dt="2025-10-15T11:40:46.923" v="433" actId="207"/>
          <ac:spMkLst>
            <pc:docMk/>
            <pc:sldMk cId="2225521497" sldId="273"/>
            <ac:spMk id="3" creationId="{8EBBA227-1750-1FC9-2723-21B9FAD5A6E5}"/>
          </ac:spMkLst>
        </pc:spChg>
      </pc:sldChg>
      <pc:sldChg chg="modSp mod">
        <pc:chgData name="GERARDO ROBERTO ARAGÓN GONZÁLEZ" userId="08711c7df194d5de" providerId="LiveId" clId="{20B36D10-3AF1-4C8D-97AB-C4CEB328F7D7}" dt="2025-10-15T11:44:39.741" v="446" actId="13926"/>
        <pc:sldMkLst>
          <pc:docMk/>
          <pc:sldMk cId="777098991" sldId="274"/>
        </pc:sldMkLst>
        <pc:spChg chg="mod">
          <ac:chgData name="GERARDO ROBERTO ARAGÓN GONZÁLEZ" userId="08711c7df194d5de" providerId="LiveId" clId="{20B36D10-3AF1-4C8D-97AB-C4CEB328F7D7}" dt="2025-10-15T11:43:40.040" v="435" actId="122"/>
          <ac:spMkLst>
            <pc:docMk/>
            <pc:sldMk cId="777098991" sldId="274"/>
            <ac:spMk id="2" creationId="{4AD72F3E-2FDC-A491-526C-5FED0362E253}"/>
          </ac:spMkLst>
        </pc:spChg>
        <pc:spChg chg="mod">
          <ac:chgData name="GERARDO ROBERTO ARAGÓN GONZÁLEZ" userId="08711c7df194d5de" providerId="LiveId" clId="{20B36D10-3AF1-4C8D-97AB-C4CEB328F7D7}" dt="2025-10-15T11:44:39.741" v="446" actId="13926"/>
          <ac:spMkLst>
            <pc:docMk/>
            <pc:sldMk cId="777098991" sldId="274"/>
            <ac:spMk id="3" creationId="{F83935EC-EBAA-DC96-2967-4962FBAF7F8E}"/>
          </ac:spMkLst>
        </pc:spChg>
      </pc:sldChg>
      <pc:sldChg chg="modSp add mod">
        <pc:chgData name="GERARDO ROBERTO ARAGÓN GONZÁLEZ" userId="08711c7df194d5de" providerId="LiveId" clId="{20B36D10-3AF1-4C8D-97AB-C4CEB328F7D7}" dt="2025-10-15T11:40:14.747" v="414" actId="13926"/>
        <pc:sldMkLst>
          <pc:docMk/>
          <pc:sldMk cId="1016574569" sldId="275"/>
        </pc:sldMkLst>
        <pc:spChg chg="mod">
          <ac:chgData name="GERARDO ROBERTO ARAGÓN GONZÁLEZ" userId="08711c7df194d5de" providerId="LiveId" clId="{20B36D10-3AF1-4C8D-97AB-C4CEB328F7D7}" dt="2025-10-15T11:39:29.377" v="410" actId="20577"/>
          <ac:spMkLst>
            <pc:docMk/>
            <pc:sldMk cId="1016574569" sldId="275"/>
            <ac:spMk id="2" creationId="{9951FE50-A94C-3F5A-EA89-171093FCD2D8}"/>
          </ac:spMkLst>
        </pc:spChg>
        <pc:spChg chg="mod">
          <ac:chgData name="GERARDO ROBERTO ARAGÓN GONZÁLEZ" userId="08711c7df194d5de" providerId="LiveId" clId="{20B36D10-3AF1-4C8D-97AB-C4CEB328F7D7}" dt="2025-10-15T11:40:14.747" v="414" actId="13926"/>
          <ac:spMkLst>
            <pc:docMk/>
            <pc:sldMk cId="1016574569" sldId="275"/>
            <ac:spMk id="3" creationId="{A5615C4C-09F7-399F-F02E-01CF51FCD420}"/>
          </ac:spMkLst>
        </pc:spChg>
      </pc:sldChg>
      <pc:sldChg chg="modSp new mod">
        <pc:chgData name="GERARDO ROBERTO ARAGÓN GONZÁLEZ" userId="08711c7df194d5de" providerId="LiveId" clId="{20B36D10-3AF1-4C8D-97AB-C4CEB328F7D7}" dt="2025-10-15T11:54:02.042" v="495" actId="242"/>
        <pc:sldMkLst>
          <pc:docMk/>
          <pc:sldMk cId="1634831395" sldId="276"/>
        </pc:sldMkLst>
        <pc:spChg chg="mod">
          <ac:chgData name="GERARDO ROBERTO ARAGÓN GONZÁLEZ" userId="08711c7df194d5de" providerId="LiveId" clId="{20B36D10-3AF1-4C8D-97AB-C4CEB328F7D7}" dt="2025-10-15T11:46:44.838" v="464" actId="2711"/>
          <ac:spMkLst>
            <pc:docMk/>
            <pc:sldMk cId="1634831395" sldId="276"/>
            <ac:spMk id="2" creationId="{5DDB204E-C66A-0C0C-A9EB-DA97B34B307A}"/>
          </ac:spMkLst>
        </pc:spChg>
        <pc:spChg chg="mod">
          <ac:chgData name="GERARDO ROBERTO ARAGÓN GONZÁLEZ" userId="08711c7df194d5de" providerId="LiveId" clId="{20B36D10-3AF1-4C8D-97AB-C4CEB328F7D7}" dt="2025-10-15T11:54:02.042" v="495" actId="242"/>
          <ac:spMkLst>
            <pc:docMk/>
            <pc:sldMk cId="1634831395" sldId="276"/>
            <ac:spMk id="3" creationId="{16658993-A3D4-5865-974C-5055A9437B4D}"/>
          </ac:spMkLst>
        </pc:spChg>
      </pc:sldChg>
      <pc:sldChg chg="modSp add mod">
        <pc:chgData name="GERARDO ROBERTO ARAGÓN GONZÁLEZ" userId="08711c7df194d5de" providerId="LiveId" clId="{20B36D10-3AF1-4C8D-97AB-C4CEB328F7D7}" dt="2025-10-15T11:54:44.817" v="504" actId="113"/>
        <pc:sldMkLst>
          <pc:docMk/>
          <pc:sldMk cId="3624526194" sldId="277"/>
        </pc:sldMkLst>
        <pc:spChg chg="mod">
          <ac:chgData name="GERARDO ROBERTO ARAGÓN GONZÁLEZ" userId="08711c7df194d5de" providerId="LiveId" clId="{20B36D10-3AF1-4C8D-97AB-C4CEB328F7D7}" dt="2025-10-15T11:54:44.817" v="504" actId="113"/>
          <ac:spMkLst>
            <pc:docMk/>
            <pc:sldMk cId="3624526194" sldId="277"/>
            <ac:spMk id="3" creationId="{16658993-A3D4-5865-974C-5055A9437B4D}"/>
          </ac:spMkLst>
        </pc:spChg>
      </pc:sldChg>
      <pc:sldChg chg="add">
        <pc:chgData name="GERARDO ROBERTO ARAGÓN GONZÁLEZ" userId="08711c7df194d5de" providerId="LiveId" clId="{20B36D10-3AF1-4C8D-97AB-C4CEB328F7D7}" dt="2025-10-15T11:54:49.817" v="505" actId="2890"/>
        <pc:sldMkLst>
          <pc:docMk/>
          <pc:sldMk cId="4207151849" sldId="278"/>
        </pc:sldMkLst>
      </pc:sldChg>
      <pc:sldChg chg="modSp add mod">
        <pc:chgData name="GERARDO ROBERTO ARAGÓN GONZÁLEZ" userId="08711c7df194d5de" providerId="LiveId" clId="{20B36D10-3AF1-4C8D-97AB-C4CEB328F7D7}" dt="2025-10-15T12:00:14.019" v="584" actId="13926"/>
        <pc:sldMkLst>
          <pc:docMk/>
          <pc:sldMk cId="2742279413" sldId="279"/>
        </pc:sldMkLst>
        <pc:spChg chg="mod">
          <ac:chgData name="GERARDO ROBERTO ARAGÓN GONZÁLEZ" userId="08711c7df194d5de" providerId="LiveId" clId="{20B36D10-3AF1-4C8D-97AB-C4CEB328F7D7}" dt="2025-10-15T12:00:14.019" v="584" actId="13926"/>
          <ac:spMkLst>
            <pc:docMk/>
            <pc:sldMk cId="2742279413" sldId="279"/>
            <ac:spMk id="3" creationId="{16658993-A3D4-5865-974C-5055A9437B4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388794-3F59-240D-FDF7-B65BAF4A0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DEA181-DA38-EDD5-7958-E1DBE72A2A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2796F44-16F2-3986-6571-547D657CE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E1FBB2-3B49-733E-3586-4D85103AE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7C2DF9-3E62-D4A3-B92F-CC9E0C8DF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9440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56080-5021-12CD-D442-C9583E65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4CCED8-7AB9-33E6-7CF5-B031000BE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430F5D-DBDE-03C0-08A4-04FFF65D4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C814A0-12DA-DB15-7C0F-43DE6E20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55DC9F-BC33-E712-ACCD-4C29801B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8675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5D6686-4342-1043-1E6D-883A2B9CA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84F148-9FCA-D324-D614-723D4D72C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D985DA5-3E2D-FAFF-4025-5A0ED757A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2B7FB5-94E4-200C-4F21-2F41DBA55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AA7153-F91C-365D-51B7-24937917D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0226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784227-0E11-483F-0816-62463A657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8CE86F-8898-B6AD-242C-CCEC04952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6ECF35B-A36A-1632-5007-A54AF8B9C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69FE0A-ADDC-FB99-6FE5-3AAC59BD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7B5227-28E3-7CB8-A509-BD1CFE268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7D2679-2C19-DEEE-1718-073DA1CCE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597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11380C-ABEA-CC29-4487-1ADA42C7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4D3704-F60A-4715-7949-143726D20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0AEC48-E294-66B9-0E11-3C2F9E243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A5B778C-7B3B-2E1C-A47B-16819D5273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F7E1919-520A-E292-C4B0-7BBFD19871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586E4A-6B68-B899-8BAD-23E540134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103808E-679D-592C-5663-E6A0C9F1A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D8C88E-5AF2-C813-D474-3AE6F7964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19782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8A86BB-BF25-5F4D-79B9-3BAC610B8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5563B75-50E3-1222-8DF4-DDDB5DB5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7E2D88D-C989-A4F2-17A7-C087B395A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7BF3080-2E51-F167-2251-169AACA1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073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A259E1-8485-1F52-F3E3-B1CCFA97F5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2A6BDB-8122-6B03-ED12-E3E8FD26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01C9625-4AFF-AED3-F226-CFAA337FD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021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74C173-038E-12FA-8391-057BB30A3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5FB950-2F0A-D733-59AE-FC13AB6FC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2BF8813-1EBA-A981-FC86-508EC6023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548F5E-8842-6840-A10A-CFAF40A5D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B54AC3C-111D-5B8C-5967-E162375C6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AE9215-E8D6-1D62-C720-C9296C76E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8064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7F238-3F5E-EE0A-FB9B-B0B20D8F1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3DA48F3-AB08-7187-0470-6DA2756585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EFD8859-0253-8EC1-0FE8-0A361634D0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612C15-75EB-2394-EE33-38A02BAFF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31103C1-9E48-1498-2B51-66388B3C9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ACBD5C1-D0B0-D6F6-DBAE-223440FECB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819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B6331B-8A40-33CC-AA7E-7F6134018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C77C3CD-1A12-7430-A098-BC9D8E4CA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049278-A73B-C824-D65A-BF9495ED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AF8525C-4967-6A89-F7D7-C565104E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7B552D7-F367-9E63-37B0-5E476E2F8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6282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BBD132E-A6E3-4DC1-07E3-2F97D2C05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A84989A-A352-692B-C1B1-4B700726A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ADB5EA-2B03-0A3D-BD70-F32C8CAEF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280317-183F-6333-E3EA-016093B78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047AFF-7701-BDD8-AB88-E9B590C4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40061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ítulo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ED184-639C-639B-B03F-FE765CC6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B79A7CC-5BAC-13D4-CA20-D626145E29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EB5906-5746-B8A7-D449-632CE958C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C4BE88-3D21-18C7-CFF2-701221D4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4F88A7-444A-1244-87CB-CB449A776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4519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77380A3-2CCD-AF5D-CB51-18A3959FA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B43F9F1-CA89-E237-E1CE-8737F2A9AE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BE76A58-A145-6EAE-3E5B-D774D1444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F54F5A-00CB-4DF8-9542-679DE481800E}" type="datetimeFigureOut">
              <a:rPr lang="es-MX" smtClean="0"/>
              <a:t>15/10/2025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EC69878-61D8-6069-8E38-27A7A4F8D5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8A46AD-9AF9-97CD-23D3-CB2DD8F32F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AA30FB-6D67-4688-A020-6940BB1392A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43218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D32E9-E6AA-7FC1-0389-A2BDED4FE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Internet, Regulación y Derechos Humanos: ¿Censura o Seguridad?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1FFF26-D2C2-FD53-4BF9-783CCB352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690688"/>
            <a:ext cx="10515600" cy="4351338"/>
          </a:xfrm>
        </p:spPr>
        <p:txBody>
          <a:bodyPr anchor="b"/>
          <a:lstStyle/>
          <a:p>
            <a:pPr marL="0" marR="0" lvl="0" indent="0" rtl="0">
              <a:buNone/>
            </a:pPr>
            <a:r>
              <a:rPr lang="es-MX" sz="18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Tensión Central</a:t>
            </a:r>
            <a:endParaRPr lang="es-ES" sz="1800" kern="100" dirty="0">
              <a:effectLst/>
              <a:latin typeface="Century Gothic" panose="020B0502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La tensión entre regular el internet (ciberdelincuencia, terrorismo) y proteger las libertades de expresión e información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79FEDB8-0FB6-08B6-A9B7-54B27F8C1E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2983" y="1825599"/>
            <a:ext cx="5321509" cy="298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951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68992C-5A41-E121-BB36-98447BDF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El Dilema del 'Ciberterrorismo'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D27B75-9638-F35C-B075-38034008D1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El debate tras el 11-S y la propuesta del senador Rockefeller (2011) para declarar "emergencia cibernética" y "desconectar" sitios discrecionalmente por seguridad nacional.</a:t>
            </a:r>
          </a:p>
          <a:p>
            <a:pPr marL="0" marR="0" lvl="0" indent="0" rtl="0">
              <a:buNone/>
            </a:pPr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¿Debería un gobierno tener el poder de 'apagar' partes de internet en nombre de la seguridad? Respuesta (Concepto): Esto plantea el Dilema Legal de la discrecionalidad vs. la libertad de expresión.</a:t>
            </a:r>
          </a:p>
        </p:txBody>
      </p:sp>
    </p:spTree>
    <p:extLst>
      <p:ext uri="{BB962C8B-B14F-4D97-AF65-F5344CB8AC3E}">
        <p14:creationId xmlns:p14="http://schemas.microsoft.com/office/powerpoint/2010/main" val="428492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5B7841-6A27-43A9-4637-16577B4B1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El Origen Multilateral (ONU) 🌐	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5CD1C0C-2378-B003-DAEF-42A64516E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ctr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La Cumbre Mundial de la Sociedad de la Información (CMSI):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Un esfuerzo de la ONU (Ginebra 2003, Túnez 2005) para definir agendas comunes sobre las TIC y atender la Brecha Digital.</a:t>
            </a:r>
          </a:p>
          <a:p>
            <a:pPr marR="0" lvl="0" algn="ctr" rtl="0"/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ctr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CMSI: 2003 (Ginebra) &amp; 2005 (Túnez). Objetivo: Acortar la Brecha Digital y regular las TIC.</a:t>
            </a:r>
          </a:p>
        </p:txBody>
      </p:sp>
    </p:spTree>
    <p:extLst>
      <p:ext uri="{BB962C8B-B14F-4D97-AF65-F5344CB8AC3E}">
        <p14:creationId xmlns:p14="http://schemas.microsoft.com/office/powerpoint/2010/main" val="41120786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D4AB9-7C28-C52F-DD19-3F658A5C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D4 Reconocimiento y Riesgos del Ecosistema Digital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F03307-F9D0-AC8F-28C4-4B05BA638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8633" y="1798820"/>
            <a:ext cx="6881734" cy="4694055"/>
          </a:xfrm>
        </p:spPr>
        <p:txBody>
          <a:bodyPr anchor="ctr">
            <a:normAutofit/>
          </a:bodyPr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La CMSI reconoció el papel del internet como: Potenciador de desarrollo y Espacio para la </a:t>
            </a:r>
            <a:r>
              <a:rPr lang="es-ES" b="1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pluralidad/libertades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. También identificó riesgos: Ciberdelincuencia.</a:t>
            </a:r>
            <a:endParaRPr lang="es-ES" kern="10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0" marR="0" lvl="0" indent="0" algn="just" rtl="0">
              <a:buNone/>
            </a:pPr>
            <a:endParaRPr lang="es-ES" b="0" i="0" u="none" strike="noStrike" kern="100" baseline="0" dirty="0">
              <a:solidFill>
                <a:srgbClr val="0F4761"/>
              </a:solidFill>
              <a:latin typeface="Century Gothic" panose="020B0502020202020204" pitchFamily="34" charset="0"/>
            </a:endParaRPr>
          </a:p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Analogía: Internet es como una carretera (potenciador) que necesita reglas de tránsito (regulación), pero sin semáforos en cada conversación (censura).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EA6800-5512-D22A-2050-B20676194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0367" y="2741343"/>
            <a:ext cx="4897870" cy="2355313"/>
          </a:xfrm>
          <a:prstGeom prst="rect">
            <a:avLst/>
          </a:prstGeom>
        </p:spPr>
      </p:pic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14AEF03-FE7B-45EB-D654-8A25F87707A1}"/>
              </a:ext>
            </a:extLst>
          </p:cNvPr>
          <p:cNvSpPr/>
          <p:nvPr/>
        </p:nvSpPr>
        <p:spPr>
          <a:xfrm>
            <a:off x="7659973" y="5606321"/>
            <a:ext cx="3927423" cy="432858"/>
          </a:xfrm>
          <a:prstGeom prst="round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 err="1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cybercrime</a:t>
            </a:r>
            <a:r>
              <a:rPr lang="es-MX" sz="14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400" dirty="0" err="1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</a:t>
            </a:r>
            <a:r>
              <a:rPr lang="es-MX" sz="14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400" dirty="0" err="1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development</a:t>
            </a:r>
            <a:r>
              <a:rPr lang="es-MX" sz="14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400" dirty="0" err="1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metaphor</a:t>
            </a:r>
            <a:r>
              <a:rPr lang="es-MX" sz="14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(metáfora riesgo desarrollo ciberdelito)</a:t>
            </a:r>
            <a:endParaRPr lang="es-MX" sz="1400" dirty="0"/>
          </a:p>
        </p:txBody>
      </p:sp>
    </p:spTree>
    <p:extLst>
      <p:ext uri="{BB962C8B-B14F-4D97-AF65-F5344CB8AC3E}">
        <p14:creationId xmlns:p14="http://schemas.microsoft.com/office/powerpoint/2010/main" val="174192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54A6F-BA04-DA51-D9D8-79CE8F5D0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La Urgencia de Regular (Pero ¿Cómo?)</a:t>
            </a:r>
            <a:r>
              <a:rPr lang="es-ES" b="0" i="0" u="none" strike="noStrike" kern="100" baseline="0" dirty="0">
                <a:solidFill>
                  <a:srgbClr val="0F4761"/>
                </a:solidFill>
                <a:latin typeface="Century Gothic" panose="020B0502020202020204" pitchFamily="34" charset="0"/>
              </a:rPr>
              <a:t>	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F48F368-9734-28A2-01F5-BD5C612E0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La Cumbre exigió regular aspectos, diseñar políticas públicas y legislaciones favorables para el entorno de redes.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No fue una negativa absoluta a regular.</a:t>
            </a:r>
          </a:p>
          <a:p>
            <a:pPr marR="0" lvl="0" algn="just" rtl="0"/>
            <a:endParaRPr lang="es-ES" b="1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MX" b="1" i="0" u="none" strike="noStrike" kern="100" baseline="0" dirty="0">
                <a:latin typeface="Century Gothic" panose="020B0502020202020204" pitchFamily="34" charset="0"/>
              </a:rPr>
              <a:t>Máxima:</a:t>
            </a:r>
            <a:r>
              <a:rPr lang="es-MX" b="0" i="0" u="none" strike="noStrike" kern="100" baseline="0" dirty="0">
                <a:latin typeface="Century Gothic" panose="020B0502020202020204" pitchFamily="34" charset="0"/>
              </a:rPr>
              <a:t> "Regular para promover, no para prohibir."</a:t>
            </a:r>
          </a:p>
        </p:txBody>
      </p:sp>
    </p:spTree>
    <p:extLst>
      <p:ext uri="{BB962C8B-B14F-4D97-AF65-F5344CB8AC3E}">
        <p14:creationId xmlns:p14="http://schemas.microsoft.com/office/powerpoint/2010/main" val="210856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CAAAEB-E040-B255-E162-674AEF367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Mandatos Clave de la CMSI (Ginebra)	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394102-5184-E966-CBA5-86FB7ED098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Los gobiernos deben: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Prevenir, detectar y responder a la ciberdelincuencia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. Esto incluye estudiar legislación, promover asistencia mutua y alentar la educación/sensibilización.</a:t>
            </a:r>
          </a:p>
          <a:p>
            <a:pPr marR="0" lvl="0" algn="just" rtl="0"/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ctr" rtl="0">
              <a:buNone/>
            </a:pPr>
            <a:r>
              <a:rPr lang="es-ES" kern="100" dirty="0">
                <a:solidFill>
                  <a:srgbClr val="FFC000"/>
                </a:solidFill>
                <a:highlight>
                  <a:srgbClr val="FF0000"/>
                </a:highlight>
                <a:latin typeface="Century Gothic" panose="020B0502020202020204" pitchFamily="34" charset="0"/>
              </a:rPr>
              <a:t>¡¡¡ </a:t>
            </a:r>
            <a:r>
              <a:rPr lang="es-ES" b="0" i="0" u="none" strike="noStrike" kern="100" baseline="0" dirty="0">
                <a:solidFill>
                  <a:srgbClr val="FFC000"/>
                </a:solidFill>
                <a:highlight>
                  <a:srgbClr val="FF0000"/>
                </a:highlight>
                <a:latin typeface="Century Gothic" panose="020B0502020202020204" pitchFamily="34" charset="0"/>
              </a:rPr>
              <a:t>La regulación debe ser compatible con la libertad de expresión e información. !!!</a:t>
            </a:r>
          </a:p>
        </p:txBody>
      </p:sp>
    </p:spTree>
    <p:extLst>
      <p:ext uri="{BB962C8B-B14F-4D97-AF65-F5344CB8AC3E}">
        <p14:creationId xmlns:p14="http://schemas.microsoft.com/office/powerpoint/2010/main" val="396439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C2F92-74FD-84B0-9D48-F211D0EF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Contenidos Ilícitos vs. Libertad de Expresión	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FB601C-11E6-6F57-6A44-9F70B9ED47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Los Estados deben "tomar medidas apropiadas,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compatibles con la libertad de expresión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, para combatir los contenidos ilícitos y perjudiciales en los medios de comunicación”.</a:t>
            </a:r>
          </a:p>
          <a:p>
            <a:pPr marR="0" lvl="0" algn="just" rtl="0"/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¿Qué es "ilícito y perjudicial" y quién lo decide?</a:t>
            </a:r>
          </a:p>
        </p:txBody>
      </p:sp>
    </p:spTree>
    <p:extLst>
      <p:ext uri="{BB962C8B-B14F-4D97-AF65-F5344CB8AC3E}">
        <p14:creationId xmlns:p14="http://schemas.microsoft.com/office/powerpoint/2010/main" val="4196719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9F5292-7A2F-6032-7086-D87A61A5E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Caso en México: El Terrorismo de Rumores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C6B5D98-36DF-A208-3DD1-968B4DD90B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Caso Real (Ejemplo):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La "Ley Duarte" en Veracruz (derogada por la Corte), que pretendía encarcelar a quien difundiera información no confirmada/rumores si generaba pánico a juicio de la autoridad.</a:t>
            </a:r>
          </a:p>
          <a:p>
            <a:pPr marR="0" lvl="0" algn="just" rtl="0"/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Pregunta a la Clase: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¿Un rumor en redes es un delito asociado al terrorismo? Respuesta (Concepto): La tipificación de "rumores" como delito genera censura desproporcionada. (el referente más cercano es el norteamericano)</a:t>
            </a:r>
          </a:p>
        </p:txBody>
      </p:sp>
    </p:spTree>
    <p:extLst>
      <p:ext uri="{BB962C8B-B14F-4D97-AF65-F5344CB8AC3E}">
        <p14:creationId xmlns:p14="http://schemas.microsoft.com/office/powerpoint/2010/main" val="1968389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451DE-0AEC-AEE7-F1AA-FA74AED49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La Tensión Persistente en México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5779D9-713A-758B-EA93-DD46250DA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983186" y="1690688"/>
            <a:ext cx="6370613" cy="4620171"/>
          </a:xfrm>
        </p:spPr>
        <p:txBody>
          <a:bodyPr anchor="ctr"/>
          <a:lstStyle/>
          <a:p>
            <a:pPr marL="0" marR="0" lvl="0" indent="0" algn="just" rtl="0">
              <a:buNone/>
            </a:pPr>
            <a:r>
              <a:rPr lang="es-ES" sz="3400" b="1" i="0" u="none" strike="noStrike" kern="100" baseline="0" dirty="0" err="1">
                <a:latin typeface="Century Gothic" panose="020B0502020202020204" pitchFamily="34" charset="0"/>
              </a:rPr>
              <a:t>Deficit</a:t>
            </a:r>
            <a:r>
              <a:rPr lang="es-ES" sz="3400" b="1" i="0" u="none" strike="noStrike" kern="100" baseline="0" dirty="0">
                <a:latin typeface="Century Gothic" panose="020B0502020202020204" pitchFamily="34" charset="0"/>
              </a:rPr>
              <a:t> Central:</a:t>
            </a:r>
            <a:r>
              <a:rPr lang="es-ES" sz="3400" b="0" i="0" u="none" strike="noStrike" kern="100" baseline="0" dirty="0">
                <a:latin typeface="Century Gothic" panose="020B0502020202020204" pitchFamily="34" charset="0"/>
              </a:rPr>
              <a:t> Sigue sin superarse la tensión entre regular para prevenir el ciberdelito y no atropellar las libertades de expresión e información.</a:t>
            </a:r>
          </a:p>
          <a:p>
            <a:pPr marL="0" marR="0" lvl="0" indent="0" algn="just" rtl="0">
              <a:buNone/>
            </a:pPr>
            <a:r>
              <a:rPr lang="es-ES" sz="3100" b="1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*</a:t>
            </a:r>
            <a:r>
              <a:rPr lang="es-ES" sz="3100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 El diseño regulatorio no ha sido riguroso, generando casos de potencial y real censura.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F7EF73-D80A-4B85-2D96-C7D36B80B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788961"/>
            <a:ext cx="3680292" cy="3490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D451DE-0AEC-AEE7-F1AA-FA74AED49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38626"/>
          </a:xfrm>
        </p:spPr>
        <p:txBody>
          <a:bodyPr>
            <a:normAutofit fontScale="90000"/>
          </a:bodyPr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REFORMA FISCAL PERMITIRÍA CENSURA DIGITAL Y AFECTAR PRIVACIDAD: Artículo19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35779D9-713A-758B-EA93-DD46250DA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03751"/>
            <a:ext cx="10515600" cy="4407108"/>
          </a:xfrm>
        </p:spPr>
        <p:txBody>
          <a:bodyPr anchor="ctr">
            <a:normAutofit fontScale="92500" lnSpcReduction="20000"/>
          </a:bodyPr>
          <a:lstStyle/>
          <a:p>
            <a:pPr marL="0" marR="0" lvl="0" indent="0" algn="just" rtl="0">
              <a:buNone/>
            </a:pPr>
            <a:r>
              <a:rPr lang="es-ES" sz="2400" b="0" i="0" u="none" strike="noStrike" kern="100" baseline="0" dirty="0">
                <a:solidFill>
                  <a:srgbClr val="FF0000"/>
                </a:solidFill>
                <a:highlight>
                  <a:srgbClr val="FFFF00"/>
                </a:highlight>
                <a:latin typeface="Century Gothic" panose="020B0502020202020204" pitchFamily="34" charset="0"/>
              </a:rPr>
              <a:t>Milenio 15 Oct, 2025 14:34</a:t>
            </a:r>
          </a:p>
          <a:p>
            <a:pPr marL="0" marR="0" lvl="0" indent="0" algn="just" rtl="0">
              <a:buNone/>
            </a:pPr>
            <a:endParaRPr lang="es-ES" sz="2400" kern="100" dirty="0">
              <a:latin typeface="Century Gothic" panose="020B0502020202020204" pitchFamily="34" charset="0"/>
            </a:endParaRPr>
          </a:p>
          <a:p>
            <a:pPr marL="0" marR="0" lvl="0" indent="0" algn="just" rtl="0">
              <a:buNone/>
            </a:pPr>
            <a:r>
              <a:rPr lang="es-ES" sz="2400" b="0" i="0" u="none" strike="noStrike" kern="100" baseline="0" dirty="0">
                <a:latin typeface="Century Gothic" panose="020B0502020202020204" pitchFamily="34" charset="0"/>
              </a:rPr>
              <a:t>La aprobación del dictamen de la Ley Federal de Ingresos de la Federación 2026…vulnera </a:t>
            </a:r>
            <a:r>
              <a:rPr lang="es-ES" sz="2400" b="1" i="0" u="none" strike="noStrike" kern="100" baseline="0" dirty="0">
                <a:latin typeface="Century Gothic" panose="020B0502020202020204" pitchFamily="34" charset="0"/>
              </a:rPr>
              <a:t>derechos digitales de la ciudadanía</a:t>
            </a:r>
            <a:r>
              <a:rPr lang="es-ES" sz="2400" b="0" i="0" u="none" strike="noStrike" kern="100" baseline="0" dirty="0">
                <a:latin typeface="Century Gothic" panose="020B0502020202020204" pitchFamily="34" charset="0"/>
              </a:rPr>
              <a:t>.</a:t>
            </a:r>
          </a:p>
          <a:p>
            <a:pPr marL="0" marR="0" lvl="0" indent="0" algn="just" rtl="0">
              <a:buNone/>
            </a:pPr>
            <a:r>
              <a:rPr lang="es-ES" sz="2400" kern="100" dirty="0">
                <a:latin typeface="Century Gothic" panose="020B0502020202020204" pitchFamily="34" charset="0"/>
              </a:rPr>
              <a:t>“Los contribuyentes que proporcionen servicios digitales (…) </a:t>
            </a:r>
            <a:r>
              <a:rPr lang="es-ES" sz="2400" b="1" kern="100" dirty="0">
                <a:latin typeface="Century Gothic" panose="020B0502020202020204" pitchFamily="34" charset="0"/>
              </a:rPr>
              <a:t>deberán permitir a las autoridades fiscales, en forma permanente, </a:t>
            </a:r>
            <a:r>
              <a:rPr lang="es-ES" sz="2400" b="1" i="0" u="none" strike="noStrike" kern="100" baseline="0" dirty="0">
                <a:latin typeface="Century Gothic" panose="020B0502020202020204" pitchFamily="34" charset="0"/>
              </a:rPr>
              <a:t>el acceso en línea y en tiempo real</a:t>
            </a:r>
            <a:r>
              <a:rPr lang="es-ES" sz="2400" kern="100" dirty="0">
                <a:latin typeface="Century Gothic" panose="020B0502020202020204" pitchFamily="34" charset="0"/>
              </a:rPr>
              <a:t> únicamente a la información que permita comprobar el debido cumplimiento de las obligaciones fiscales”.</a:t>
            </a:r>
          </a:p>
          <a:p>
            <a:pPr marL="0" marR="0" lvl="0" indent="0" algn="just" rtl="0">
              <a:buNone/>
            </a:pPr>
            <a:endParaRPr lang="es-ES" sz="2400" b="0" i="0" u="none" strike="noStrike" kern="100" baseline="0" dirty="0">
              <a:latin typeface="Century Gothic" panose="020B0502020202020204" pitchFamily="34" charset="0"/>
            </a:endParaRPr>
          </a:p>
          <a:p>
            <a:pPr marL="0" marR="0" lvl="0" indent="0" algn="just" rtl="0">
              <a:buNone/>
            </a:pPr>
            <a:r>
              <a:rPr lang="es-ES" sz="2400" kern="100" dirty="0">
                <a:latin typeface="Century Gothic" panose="020B0502020202020204" pitchFamily="34" charset="0"/>
              </a:rPr>
              <a:t>En sí mismo es un </a:t>
            </a:r>
            <a:r>
              <a:rPr lang="es-ES" sz="2400" b="1" kern="100" dirty="0">
                <a:latin typeface="Century Gothic" panose="020B0502020202020204" pitchFamily="34" charset="0"/>
              </a:rPr>
              <a:t>acto de molestia (art. 16 CPEUM)</a:t>
            </a:r>
            <a:r>
              <a:rPr lang="es-ES" sz="2400" kern="100" dirty="0">
                <a:latin typeface="Century Gothic" panose="020B0502020202020204" pitchFamily="34" charset="0"/>
              </a:rPr>
              <a:t> sin garantía de debido proceso y una interferencia descontrolada en el derecho a la privacidad. Permite una </a:t>
            </a:r>
            <a:r>
              <a:rPr lang="es-ES" sz="2400" b="1" kern="100" dirty="0">
                <a:latin typeface="Century Gothic" panose="020B0502020202020204" pitchFamily="34" charset="0"/>
              </a:rPr>
              <a:t>invasión total y permanente</a:t>
            </a:r>
            <a:r>
              <a:rPr lang="es-ES" sz="2400" kern="100" dirty="0">
                <a:latin typeface="Century Gothic" panose="020B0502020202020204" pitchFamily="34" charset="0"/>
              </a:rPr>
              <a:t> en la información de la ciudadanía sin necesidad de probar que existen razones reales acceder a ella. </a:t>
            </a:r>
            <a:endParaRPr lang="es-ES" sz="2400" b="0" i="0" u="none" strike="noStrike" kern="100" baseline="0" dirty="0">
              <a:latin typeface="Century Gothic" panose="020B0502020202020204" pitchFamily="34" charset="0"/>
            </a:endParaRPr>
          </a:p>
        </p:txBody>
      </p:sp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32B87C9E-6871-7AFE-A44A-76444DB775A5}"/>
              </a:ext>
            </a:extLst>
          </p:cNvPr>
          <p:cNvSpPr/>
          <p:nvPr/>
        </p:nvSpPr>
        <p:spPr>
          <a:xfrm rot="916151">
            <a:off x="7300211" y="1749304"/>
            <a:ext cx="4751881" cy="614596"/>
          </a:xfrm>
          <a:prstGeom prst="round2DiagRect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2000" dirty="0">
                <a:latin typeface="Century Gothic" panose="020B0502020202020204" pitchFamily="34" charset="0"/>
              </a:rPr>
              <a:t>NOTICIA</a:t>
            </a:r>
          </a:p>
        </p:txBody>
      </p:sp>
    </p:spTree>
    <p:extLst>
      <p:ext uri="{BB962C8B-B14F-4D97-AF65-F5344CB8AC3E}">
        <p14:creationId xmlns:p14="http://schemas.microsoft.com/office/powerpoint/2010/main" val="256580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A498B0-C314-4F94-9EB9-ED4F7716C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El Fantasma de la Censura Desproporcionada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B3B0166-CACC-3DF0-3423-375F1EDFC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Leyes o ajustes normativos se presentan como solución al cibercrimen, pero contienen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restricciones genéricas y alta carga discrecional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, abriendo la puerta a la censura.</a:t>
            </a:r>
          </a:p>
          <a:p>
            <a:pPr marL="0" marR="0" lvl="0" indent="0" algn="just" rtl="0">
              <a:buNone/>
            </a:pPr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Incompatibilidad: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Esto es contrario a los estándares, tratados y la base constitucional de derechos humanos.</a:t>
            </a:r>
          </a:p>
        </p:txBody>
      </p:sp>
    </p:spTree>
    <p:extLst>
      <p:ext uri="{BB962C8B-B14F-4D97-AF65-F5344CB8AC3E}">
        <p14:creationId xmlns:p14="http://schemas.microsoft.com/office/powerpoint/2010/main" val="3050476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8B0569-79D8-E1FC-90D2-C22FF9EEB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El Fracaso Regulatorio de los Principios	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AC7859-177E-B640-DE19-B53BCF36CD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México ha retomado planteamientos de la CMSI (ej. en el PND), pero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no se ha reflejado en un marco regulatorio armónico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entre derechos humanos y combate al ciberdelito.</a:t>
            </a:r>
          </a:p>
          <a:p>
            <a:pPr marL="0" marR="0" lvl="0" indent="0" algn="just" rtl="0">
              <a:buNone/>
            </a:pPr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"Si la Cumbre tiene muchas generalidades, los esfuerzos por traducirla en México también tiene mucho de generalidad".</a:t>
            </a:r>
          </a:p>
        </p:txBody>
      </p:sp>
    </p:spTree>
    <p:extLst>
      <p:ext uri="{BB962C8B-B14F-4D97-AF65-F5344CB8AC3E}">
        <p14:creationId xmlns:p14="http://schemas.microsoft.com/office/powerpoint/2010/main" val="42772148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0348B0-76A2-EF44-2B17-50255AC87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Brecha Digital: El Asunto Inconcluso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016C54-730A-445F-50AD-341438C85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9095"/>
            <a:ext cx="10515600" cy="5113780"/>
          </a:xfrm>
        </p:spPr>
        <p:txBody>
          <a:bodyPr anchor="b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A casi dos décadas, la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brecha digital no termina de abatirse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. Millones de mexicanos no tienen oportunidades para conectarse bajo ciertas condiciones (ej. tener computadora).</a:t>
            </a:r>
          </a:p>
          <a:p>
            <a:pPr marL="457200" marR="0" lvl="1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Analogía: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Dar internet sin computadora es como dar un mapa sin vehículo.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9E296A0-45DD-DC5D-1CB6-1C6DFFC32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76" y="1379095"/>
            <a:ext cx="4864921" cy="2735045"/>
          </a:xfrm>
          <a:prstGeom prst="rect">
            <a:avLst/>
          </a:prstGeom>
        </p:spPr>
      </p:pic>
      <p:sp>
        <p:nvSpPr>
          <p:cNvPr id="5" name="Rectángulo: esquinas diagonales redondeadas 4">
            <a:extLst>
              <a:ext uri="{FF2B5EF4-FFF2-40B4-BE49-F238E27FC236}">
                <a16:creationId xmlns:a16="http://schemas.microsoft.com/office/drawing/2014/main" id="{527EE70B-D470-C794-844C-FD559F13F5CC}"/>
              </a:ext>
            </a:extLst>
          </p:cNvPr>
          <p:cNvSpPr/>
          <p:nvPr/>
        </p:nvSpPr>
        <p:spPr>
          <a:xfrm>
            <a:off x="8244590" y="3627620"/>
            <a:ext cx="3109210" cy="486520"/>
          </a:xfrm>
          <a:prstGeom prst="round2Diag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solidFill>
                  <a:schemeClr val="tx1"/>
                </a:solidFill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</a:t>
            </a:r>
            <a:r>
              <a:rPr lang="es-MX" sz="1400" dirty="0">
                <a:solidFill>
                  <a:schemeClr val="tx1"/>
                </a:solidFill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igital divide rural smartphone (brecha digital rural smartphone)</a:t>
            </a:r>
            <a:endParaRPr lang="es-MX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7677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3BDAA-7A66-95A5-0103-4B7621438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Avances Limitados (Ejemplo de Transparencia)	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06DAF23-0BF7-D496-37A2-9891E84CB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Un avance: La sugerencia de la CMSI de crear sistemas públicos de información sobre leyes y reglamentos ya existía como mandato legal en México desde 2002 (Ley Federal de Transparencia).</a:t>
            </a:r>
          </a:p>
          <a:p>
            <a:pPr marL="0" marR="0" lvl="0" indent="0" algn="just" rtl="0">
              <a:buNone/>
            </a:pPr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Punto: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Hay avances, pero también estancamientos en asuntos relevantes.</a:t>
            </a:r>
          </a:p>
        </p:txBody>
      </p:sp>
    </p:spTree>
    <p:extLst>
      <p:ext uri="{BB962C8B-B14F-4D97-AF65-F5344CB8AC3E}">
        <p14:creationId xmlns:p14="http://schemas.microsoft.com/office/powerpoint/2010/main" val="33972698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7AE40-4586-F6DC-B05D-9864F609C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latin typeface="Century Gothic" panose="020B0502020202020204" pitchFamily="34" charset="0"/>
              </a:rPr>
              <a:t>Postulados Innegociables (Sistema Interamericano)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135B50-5346-1F69-206F-A703ECF85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El sistema interamericano de derechos humanos permite la sanción de casos excepcionales (ej. pornografía infantil), pero siempre subraya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la necesidad de no lastimar otros derechos fundamentales como la libertad de expresión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.</a:t>
            </a:r>
          </a:p>
          <a:p>
            <a:pPr marL="0" marR="0" lvl="0" indent="0" algn="just" rtl="0">
              <a:buNone/>
            </a:pPr>
            <a:endParaRPr lang="es-ES" b="0" i="0" u="none" strike="noStrike" kern="100" baseline="0" dirty="0">
              <a:latin typeface="Century Gothic" panose="020B0502020202020204" pitchFamily="34" charset="0"/>
            </a:endParaRPr>
          </a:p>
          <a:p>
            <a:pPr marL="457200" marR="0" lvl="1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Advertencia: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No se debe usar el argumento del cibercrimen para bloquear o vigilar discrecionalmente.</a:t>
            </a:r>
          </a:p>
        </p:txBody>
      </p:sp>
    </p:spTree>
    <p:extLst>
      <p:ext uri="{BB962C8B-B14F-4D97-AF65-F5344CB8AC3E}">
        <p14:creationId xmlns:p14="http://schemas.microsoft.com/office/powerpoint/2010/main" val="740192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0F1D1EA-F6F7-EF7D-04FC-263BA2B47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37" r="33213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512E59-3F42-9E9B-4AE8-DE9BF0752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19826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marR="0" algn="ctr"/>
            <a:r>
              <a:rPr lang="es-MX" sz="4000" b="0" i="0" u="none" strike="noStrike" baseline="0" dirty="0">
                <a:latin typeface="Century Gothic" panose="020B0502020202020204" pitchFamily="34" charset="0"/>
              </a:rPr>
              <a:t>Conclusión: Las Bases para el Futuro Módulo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6154520-D288-B54E-0FF0-1E32828508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15317" y="1753849"/>
            <a:ext cx="5247340" cy="46984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just">
              <a:buNone/>
            </a:pPr>
            <a:r>
              <a:rPr lang="es-MX" sz="2400" b="0" i="0" u="none" strike="noStrike" baseline="0" dirty="0">
                <a:latin typeface="Century Gothic" panose="020B0502020202020204" pitchFamily="34" charset="0"/>
              </a:rPr>
              <a:t>El reto es crear marcos legales robustos que sancionen el ciberdelito de forma adecuada, a partir de un </a:t>
            </a:r>
            <a:r>
              <a:rPr lang="es-MX" sz="2400" b="1" i="0" u="none" strike="noStrike" baseline="0" dirty="0">
                <a:latin typeface="Century Gothic" panose="020B0502020202020204" pitchFamily="34" charset="0"/>
              </a:rPr>
              <a:t>diseño compatible y garante</a:t>
            </a:r>
            <a:r>
              <a:rPr lang="es-MX" sz="2400" b="0" i="0" u="none" strike="noStrike" baseline="0" dirty="0">
                <a:latin typeface="Century Gothic" panose="020B0502020202020204" pitchFamily="34" charset="0"/>
              </a:rPr>
              <a:t> del ejercicio de la libertad de expresión y el derecho a la información.</a:t>
            </a:r>
          </a:p>
          <a:p>
            <a:pPr marL="0" marR="0" lvl="0" indent="0" algn="just">
              <a:buNone/>
            </a:pPr>
            <a:endParaRPr lang="es-MX" sz="2400" b="0" i="0" u="none" strike="noStrike" baseline="0" dirty="0">
              <a:latin typeface="Century Gothic" panose="020B0502020202020204" pitchFamily="34" charset="0"/>
            </a:endParaRPr>
          </a:p>
          <a:p>
            <a:pPr marL="228600" marR="0" lvl="1" indent="0" algn="just">
              <a:buNone/>
            </a:pPr>
            <a:r>
              <a:rPr lang="es-MX" sz="2000" b="0" i="0" u="none" strike="noStrike" baseline="0" dirty="0">
                <a:latin typeface="Century Gothic" panose="020B0502020202020204" pitchFamily="34" charset="0"/>
              </a:rPr>
              <a:t>El estudio de la legislación específica debe evaluar si las normas vigentes caen en la censura desproporcionada o cumplen con el equilibrio entre derechos y seguridad.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FEC919F-8ABA-46E2-2D40-D08A5E2055E5}"/>
              </a:ext>
            </a:extLst>
          </p:cNvPr>
          <p:cNvSpPr/>
          <p:nvPr/>
        </p:nvSpPr>
        <p:spPr>
          <a:xfrm>
            <a:off x="-2" y="5943600"/>
            <a:ext cx="2713222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300" dirty="0" err="1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Balanced</a:t>
            </a:r>
            <a:r>
              <a:rPr lang="es-MX" sz="13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300" dirty="0" err="1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scale</a:t>
            </a:r>
            <a:r>
              <a:rPr lang="es-MX" sz="13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300" dirty="0" err="1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cybersecurity</a:t>
            </a:r>
            <a:r>
              <a:rPr lang="es-MX" sz="13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human </a:t>
            </a:r>
            <a:r>
              <a:rPr lang="es-MX" sz="1300" dirty="0" err="1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rights</a:t>
            </a:r>
            <a:r>
              <a:rPr lang="es-MX" sz="13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(balanza equilibrada ciberseguridad derechos humanos)</a:t>
            </a:r>
            <a:endParaRPr lang="es-MX" sz="1300" dirty="0"/>
          </a:p>
        </p:txBody>
      </p:sp>
    </p:spTree>
    <p:extLst>
      <p:ext uri="{BB962C8B-B14F-4D97-AF65-F5344CB8AC3E}">
        <p14:creationId xmlns:p14="http://schemas.microsoft.com/office/powerpoint/2010/main" val="32228268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1FE50-A94C-3F5A-EA89-171093FC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latin typeface="Century Gothic" panose="020B0502020202020204" pitchFamily="34" charset="0"/>
              </a:rPr>
              <a:t>Reflexiones Clave (1 de 4):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615C4C-09F7-399F-F02E-01CF51FCD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El Equilibrio Imposible (Analogía del Cuchillo):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La tecnología, como un cuchillo, tiene doble filo: puede usarse para un fin productivo (cocinar/desarrollo) o para un fin ilícito (dañar/ciberdelito). El reto de la ley no es prohibir el cuchillo (internet), sino crear normas que persigan el mal uso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sin impedir el uso legítimo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. </a:t>
            </a: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En México, la balanza se ha inclinado hacia la penalización genérica (el "terrorismo de rumores") que puede inhibir la expresión, es decir, casi prohíbe el cuchillo para evitar que alguien lo use mal.</a:t>
            </a:r>
          </a:p>
        </p:txBody>
      </p:sp>
    </p:spTree>
    <p:extLst>
      <p:ext uri="{BB962C8B-B14F-4D97-AF65-F5344CB8AC3E}">
        <p14:creationId xmlns:p14="http://schemas.microsoft.com/office/powerpoint/2010/main" val="2906858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1FE50-A94C-3F5A-EA89-171093FCD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latin typeface="Century Gothic" panose="020B0502020202020204" pitchFamily="34" charset="0"/>
              </a:rPr>
              <a:t>Reflexiones Clave (2 de 4):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615C4C-09F7-399F-F02E-01CF51FCD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/>
          </a:bodyPr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El Dilema de la Discrecionalidad y la Censura: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La CMSI recomendaba legislaciones para combatir contenidos ilícitos que fueran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compatibles con la libertad de expresión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. </a:t>
            </a: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Las legislaciones que usan términos imprecisos como "rumores" o dan una alta </a:t>
            </a:r>
            <a:r>
              <a:rPr lang="es-ES" b="1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carga discrecional</a:t>
            </a: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 a la autoridad para definir qué es un delito (como la propuesta de "desconectar" sitios por seguridad) son peligrosas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.</a:t>
            </a:r>
          </a:p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Reflexión: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¿Qué es más dañino para una democracia: un rumor no confirmado o una ley que permite al gobierno decidir qué información es válida?</a:t>
            </a:r>
          </a:p>
        </p:txBody>
      </p:sp>
    </p:spTree>
    <p:extLst>
      <p:ext uri="{BB962C8B-B14F-4D97-AF65-F5344CB8AC3E}">
        <p14:creationId xmlns:p14="http://schemas.microsoft.com/office/powerpoint/2010/main" val="1016574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DD44C2-C446-F578-D70B-33C21EA24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latin typeface="Century Gothic" panose="020B0502020202020204" pitchFamily="34" charset="0"/>
              </a:rPr>
              <a:t>Reflexiones Clave (3 de 4):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BBA227-1750-1FC9-2723-21B9FAD5A6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La Brecha Digital como Barrera al Ejercicio de Derechos: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La CMSI se centró en la brecha digital. El solo hecho de que millones de mexicanos no tengan acceso a computadoras u oportunidades de conexión efectiva limita de </a:t>
            </a:r>
            <a:r>
              <a:rPr lang="es-ES" b="0" i="1" u="none" strike="noStrike" kern="100" baseline="0" dirty="0">
                <a:latin typeface="Century Gothic" panose="020B0502020202020204" pitchFamily="34" charset="0"/>
              </a:rPr>
              <a:t>facto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su derecho a la información y a la libertad de expresión en el entorno digital.</a:t>
            </a:r>
          </a:p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Pregunta: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¿Cómo puede una persona ejercer plenamente su libertad de expresión o acceder al conocimiento si no tiene las herramientas básicas (ej. computadora) para usar internet de manera efectiva?.</a:t>
            </a:r>
          </a:p>
        </p:txBody>
      </p:sp>
    </p:spTree>
    <p:extLst>
      <p:ext uri="{BB962C8B-B14F-4D97-AF65-F5344CB8AC3E}">
        <p14:creationId xmlns:p14="http://schemas.microsoft.com/office/powerpoint/2010/main" val="2225521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D72F3E-2FDC-A491-526C-5FED0362E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algn="ctr" rtl="0"/>
            <a:r>
              <a:rPr lang="es-MX" b="0" i="0" u="none" strike="noStrike" kern="100" baseline="0" dirty="0">
                <a:latin typeface="Century Gothic" panose="020B0502020202020204" pitchFamily="34" charset="0"/>
              </a:rPr>
              <a:t>Reflexiones Clave (3 de 4):</a:t>
            </a:r>
            <a:endParaRPr lang="es-MX" b="0" i="0" u="none" strike="noStrike" kern="100" baseline="0" dirty="0">
              <a:solidFill>
                <a:srgbClr val="0F476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83935EC-EBAA-DC96-2967-4962FBAF7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>
            <a:normAutofit lnSpcReduction="10000"/>
          </a:bodyPr>
          <a:lstStyle/>
          <a:p>
            <a:pPr marL="0" marR="0" lvl="0" indent="0" algn="just" rtl="0">
              <a:buNone/>
            </a:pP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El "Ciberdelito" como Pretexto Regulatorio: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</a:t>
            </a: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Es frecuente que iniciativas de ley se impulsen bajo el argumento de combatir eficientemente el ciberdelito o el "terrorismo" , pero en realidad, contienen medidas de </a:t>
            </a:r>
            <a:r>
              <a:rPr lang="es-ES" b="1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vigilancia, espionaje</a:t>
            </a: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 o restricciones al flujo de información que buscan el </a:t>
            </a:r>
            <a:r>
              <a:rPr lang="es-ES" b="1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control político</a:t>
            </a: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 o benefician intereses empresariales.</a:t>
            </a:r>
            <a:endParaRPr lang="es-ES" kern="100" dirty="0">
              <a:highlight>
                <a:srgbClr val="00FF00"/>
              </a:highlight>
              <a:latin typeface="Century Gothic" panose="020B0502020202020204" pitchFamily="34" charset="0"/>
            </a:endParaRPr>
          </a:p>
          <a:p>
            <a:pPr marL="0" marR="0" lvl="0" indent="0" algn="just" rtl="0">
              <a:buNone/>
            </a:pP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El verdadero desafío legal es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</a:t>
            </a:r>
            <a:r>
              <a:rPr lang="es-ES" b="1" i="0" u="none" strike="noStrike" kern="100" baseline="0" dirty="0">
                <a:latin typeface="Century Gothic" panose="020B0502020202020204" pitchFamily="34" charset="0"/>
              </a:rPr>
              <a:t>no simplificar</a:t>
            </a:r>
            <a:r>
              <a:rPr lang="es-ES" b="0" i="0" u="none" strike="noStrike" kern="100" baseline="0" dirty="0">
                <a:latin typeface="Century Gothic" panose="020B0502020202020204" pitchFamily="34" charset="0"/>
              </a:rPr>
              <a:t> el debate a "seguridad vs. derechos", sino exigir que la seguridad (combate al ciberdelito) </a:t>
            </a: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se logre </a:t>
            </a:r>
            <a:r>
              <a:rPr lang="es-ES" b="0" i="1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garantizando</a:t>
            </a:r>
            <a:r>
              <a:rPr lang="es-ES" b="0" i="0" u="none" strike="noStrike" kern="100" baseline="0" dirty="0">
                <a:highlight>
                  <a:srgbClr val="00FF00"/>
                </a:highlight>
                <a:latin typeface="Century Gothic" panose="020B0502020202020204" pitchFamily="34" charset="0"/>
              </a:rPr>
              <a:t> los derechos humanos.</a:t>
            </a:r>
          </a:p>
        </p:txBody>
      </p:sp>
    </p:spTree>
    <p:extLst>
      <p:ext uri="{BB962C8B-B14F-4D97-AF65-F5344CB8AC3E}">
        <p14:creationId xmlns:p14="http://schemas.microsoft.com/office/powerpoint/2010/main" val="7770989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B204E-C66A-0C0C-A9EB-DA97B34B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PREGUNTAS CLAVE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658993-A3D4-5865-974C-5055A9437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b="1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Según las conclusiones de la CMSI en Ginebra, la regulación del internet se exigía para prevenir y responder a la ciberdelincuencia, pero debía ser diseñada siempre compatible con:</a:t>
            </a:r>
            <a:endParaRPr lang="es-MX" sz="1800" kern="100" dirty="0">
              <a:effectLst/>
              <a:latin typeface="Century Gothic" panose="020B0502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a) Los intereses de las grandes corporaciones tecnológicas.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b) La independencia y pluralidad de los medios de comunicación, sin compatibilidad con la libertad de expresión.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c) La libertad de expresión e información.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d) El Plan Nacional de Desarrollo de cada nación.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solidFill>
                  <a:srgbClr val="FF0000"/>
                </a:solidFill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Respuesta: c*</a:t>
            </a:r>
            <a:endParaRPr lang="es-MX" sz="1800" kern="100" dirty="0">
              <a:solidFill>
                <a:srgbClr val="FF0000"/>
              </a:solidFill>
              <a:effectLst/>
              <a:latin typeface="Century Gothic" panose="020B0502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48313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B204E-C66A-0C0C-A9EB-DA97B34B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PREGUNTAS CLAVE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658993-A3D4-5865-974C-5055A9437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b="1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¿Qué tipo de legislación se recomienda fomentar a los Estados, según el documento de la CMSI, en relación con los medios de comunicación?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a) Legislaciones que garanticen la censura previa de cualquier contenido.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b) Legislaciones nacionales que garanticen la independencia y pluralidad de los medios de comunicación.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c) Legislaciones que permitan al gobierno desconectar discretamente sitios de internet.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d) Legislaciones que solo permitan a los ciudadanos usar internet para fines educativos.</a:t>
            </a:r>
            <a:endParaRPr lang="es-MX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kern="100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Respuesta: b)</a:t>
            </a:r>
            <a:r>
              <a:rPr lang="es-MX" sz="1800" kern="100" dirty="0">
                <a:solidFill>
                  <a:srgbClr val="FF0000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800" kern="100" dirty="0">
                <a:solidFill>
                  <a:srgbClr val="FF0000"/>
                </a:solidFill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</a:t>
            </a:r>
            <a:endParaRPr lang="es-MX" sz="1800" kern="100" dirty="0">
              <a:solidFill>
                <a:srgbClr val="FF0000"/>
              </a:solidFill>
              <a:effectLst/>
              <a:latin typeface="Century Gothic" panose="020B0502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4526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DB204E-C66A-0C0C-A9EB-DA97B34B3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MX" dirty="0">
                <a:latin typeface="Century Gothic" panose="020B0502020202020204" pitchFamily="34" charset="0"/>
              </a:rPr>
              <a:t>PREGUNTAS CLAVE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658993-A3D4-5865-974C-5055A9437B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anchor="ctr"/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MX" sz="1800" b="1" dirty="0"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 acuerdo al tema abordado, el problema de las iniciativas de ley en México que buscan combatir el cibercrimen, ¿a menudo que sucede?: Argumenta y cita ejemplos:</a:t>
            </a:r>
            <a:r>
              <a:rPr lang="es-MX" sz="1800" kern="100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MX" sz="1800" b="1" kern="100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</a:t>
            </a:r>
            <a:r>
              <a:rPr lang="es-MX" sz="1800" b="1" kern="100" dirty="0" err="1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</a:t>
            </a:r>
            <a:r>
              <a:rPr lang="es-MX" sz="1800" b="1" kern="100" dirty="0">
                <a:solidFill>
                  <a:srgbClr val="FF0000"/>
                </a:solidFill>
                <a:effectLst/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son compatibles con los derechos humanos, porque contienen alta carga discrecional y restricciones genéricas a contenidos, abriendo la puerta a una censura desproporcionada.</a:t>
            </a:r>
            <a:r>
              <a:rPr lang="es-MX" sz="1800" kern="100" dirty="0">
                <a:solidFill>
                  <a:srgbClr val="FF0000"/>
                </a:solidFill>
                <a:latin typeface="Century Gothic" panose="020B0502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</a:t>
            </a:r>
            <a:endParaRPr lang="es-MX" sz="1800" kern="100" dirty="0">
              <a:solidFill>
                <a:srgbClr val="FF0000"/>
              </a:solidFill>
              <a:effectLst/>
              <a:latin typeface="Century Gothic" panose="020B0502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22794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15.10.25 Diapositivas</Template>
  <TotalTime>138</TotalTime>
  <Words>1673</Words>
  <Application>Microsoft Office PowerPoint</Application>
  <PresentationFormat>Panorámica</PresentationFormat>
  <Paragraphs>95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Century Gothic</vt:lpstr>
      <vt:lpstr>Times New Roman</vt:lpstr>
      <vt:lpstr>Tema de Office</vt:lpstr>
      <vt:lpstr>Internet, Regulación y Derechos Humanos: ¿Censura o Seguridad?</vt:lpstr>
      <vt:lpstr>El Dilema del 'Ciberterrorismo'</vt:lpstr>
      <vt:lpstr>El Origen Multilateral (ONU) 🌐 </vt:lpstr>
      <vt:lpstr>D4 Reconocimiento y Riesgos del Ecosistema Digital</vt:lpstr>
      <vt:lpstr>La Urgencia de Regular (Pero ¿Cómo?) </vt:lpstr>
      <vt:lpstr>Mandatos Clave de la CMSI (Ginebra) </vt:lpstr>
      <vt:lpstr>Contenidos Ilícitos vs. Libertad de Expresión </vt:lpstr>
      <vt:lpstr>Caso en México: El Terrorismo de Rumores</vt:lpstr>
      <vt:lpstr>La Tensión Persistente en México</vt:lpstr>
      <vt:lpstr>REFORMA FISCAL PERMITIRÍA CENSURA DIGITAL Y AFECTAR PRIVACIDAD: Artículo19</vt:lpstr>
      <vt:lpstr>El Fantasma de la Censura Desproporcionada</vt:lpstr>
      <vt:lpstr>El Fracaso Regulatorio de los Principios </vt:lpstr>
      <vt:lpstr>Brecha Digital: El Asunto Inconcluso</vt:lpstr>
      <vt:lpstr>Avances Limitados (Ejemplo de Transparencia) </vt:lpstr>
      <vt:lpstr>Postulados Innegociables (Sistema Interamericano)</vt:lpstr>
      <vt:lpstr>Conclusión: Las Bases para el Futuro Módulo</vt:lpstr>
      <vt:lpstr>Reflexiones Clave (1 de 4):</vt:lpstr>
      <vt:lpstr>Reflexiones Clave (2 de 4):</vt:lpstr>
      <vt:lpstr>Reflexiones Clave (3 de 4):</vt:lpstr>
      <vt:lpstr>Reflexiones Clave (3 de 4):</vt:lpstr>
      <vt:lpstr>PREGUNTAS CLAVE</vt:lpstr>
      <vt:lpstr>PREGUNTAS CLAVE</vt:lpstr>
      <vt:lpstr>PREGUNTAS CLAVE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Estructura de la Presentación (15 Diapositivas):</dc:title>
  <dc:creator>GERARDO ROBERTO ARAGÓN GONZÁLEZ</dc:creator>
  <cp:lastModifiedBy>GERARDO ROBERTO ARAGÓN GONZÁLEZ</cp:lastModifiedBy>
  <cp:revision>13</cp:revision>
  <dcterms:created xsi:type="dcterms:W3CDTF">2025-10-15T11:07:30Z</dcterms:created>
  <dcterms:modified xsi:type="dcterms:W3CDTF">2025-10-15T23:41:51Z</dcterms:modified>
</cp:coreProperties>
</file>