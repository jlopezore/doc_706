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BEB07-504B-431D-B5FC-06F6A5D02FDC}" v="22" dt="2025-10-05T05:16:53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ROBERTO ARAGÓN GONZÁLEZ" userId="08711c7df194d5de" providerId="LiveId" clId="{706BEB07-504B-431D-B5FC-06F6A5D02FDC}"/>
    <pc:docChg chg="undo custSel addSld delSld modSld">
      <pc:chgData name="GERARDO ROBERTO ARAGÓN GONZÁLEZ" userId="08711c7df194d5de" providerId="LiveId" clId="{706BEB07-504B-431D-B5FC-06F6A5D02FDC}" dt="2025-10-06T05:35:50.904" v="217" actId="207"/>
      <pc:docMkLst>
        <pc:docMk/>
      </pc:docMkLst>
      <pc:sldChg chg="addSp modSp mod setBg">
        <pc:chgData name="GERARDO ROBERTO ARAGÓN GONZÁLEZ" userId="08711c7df194d5de" providerId="LiveId" clId="{706BEB07-504B-431D-B5FC-06F6A5D02FDC}" dt="2025-10-05T02:55:46.132" v="109" actId="255"/>
        <pc:sldMkLst>
          <pc:docMk/>
          <pc:sldMk cId="3306603190" sldId="256"/>
        </pc:sldMkLst>
        <pc:spChg chg="mod">
          <ac:chgData name="GERARDO ROBERTO ARAGÓN GONZÁLEZ" userId="08711c7df194d5de" providerId="LiveId" clId="{706BEB07-504B-431D-B5FC-06F6A5D02FDC}" dt="2025-10-05T02:55:46.132" v="109" actId="255"/>
          <ac:spMkLst>
            <pc:docMk/>
            <pc:sldMk cId="3306603190" sldId="256"/>
            <ac:spMk id="2" creationId="{E3F25349-AEAC-CEEC-1A76-B9641B96BD83}"/>
          </ac:spMkLst>
        </pc:spChg>
        <pc:spChg chg="mod">
          <ac:chgData name="GERARDO ROBERTO ARAGÓN GONZÁLEZ" userId="08711c7df194d5de" providerId="LiveId" clId="{706BEB07-504B-431D-B5FC-06F6A5D02FDC}" dt="2025-10-05T02:55:32.369" v="107" actId="255"/>
          <ac:spMkLst>
            <pc:docMk/>
            <pc:sldMk cId="3306603190" sldId="256"/>
            <ac:spMk id="3" creationId="{35F21635-29B9-C5AD-60F1-7AC6F0124DDA}"/>
          </ac:spMkLst>
        </pc:spChg>
        <pc:spChg chg="add">
          <ac:chgData name="GERARDO ROBERTO ARAGÓN GONZÁLEZ" userId="08711c7df194d5de" providerId="LiveId" clId="{706BEB07-504B-431D-B5FC-06F6A5D02FDC}" dt="2025-10-05T02:25:44.124" v="7"/>
          <ac:spMkLst>
            <pc:docMk/>
            <pc:sldMk cId="3306603190" sldId="256"/>
            <ac:spMk id="4" creationId="{6D1546EB-01E4-FFD8-C4DB-A2673DC8418E}"/>
          </ac:spMkLst>
        </pc:spChg>
        <pc:spChg chg="add">
          <ac:chgData name="GERARDO ROBERTO ARAGÓN GONZÁLEZ" userId="08711c7df194d5de" providerId="LiveId" clId="{706BEB07-504B-431D-B5FC-06F6A5D02FDC}" dt="2025-10-05T02:54:54.306" v="101" actId="26606"/>
          <ac:spMkLst>
            <pc:docMk/>
            <pc:sldMk cId="3306603190" sldId="256"/>
            <ac:spMk id="11" creationId="{96C08B05-5ED3-41F1-8292-9023BE94A9C5}"/>
          </ac:spMkLst>
        </pc:spChg>
        <pc:spChg chg="add">
          <ac:chgData name="GERARDO ROBERTO ARAGÓN GONZÁLEZ" userId="08711c7df194d5de" providerId="LiveId" clId="{706BEB07-504B-431D-B5FC-06F6A5D02FDC}" dt="2025-10-05T02:54:54.306" v="101" actId="26606"/>
          <ac:spMkLst>
            <pc:docMk/>
            <pc:sldMk cId="3306603190" sldId="256"/>
            <ac:spMk id="13" creationId="{8EBB1D15-5764-41A1-A743-C69797926471}"/>
          </ac:spMkLst>
        </pc:spChg>
        <pc:picChg chg="add mod">
          <ac:chgData name="GERARDO ROBERTO ARAGÓN GONZÁLEZ" userId="08711c7df194d5de" providerId="LiveId" clId="{706BEB07-504B-431D-B5FC-06F6A5D02FDC}" dt="2025-10-05T02:54:54.306" v="101" actId="26606"/>
          <ac:picMkLst>
            <pc:docMk/>
            <pc:sldMk cId="3306603190" sldId="256"/>
            <ac:picMk id="5" creationId="{395A4988-E316-65B3-8C57-6955428EF5D2}"/>
          </ac:picMkLst>
        </pc:picChg>
        <pc:picChg chg="add mod">
          <ac:chgData name="GERARDO ROBERTO ARAGÓN GONZÁLEZ" userId="08711c7df194d5de" providerId="LiveId" clId="{706BEB07-504B-431D-B5FC-06F6A5D02FDC}" dt="2025-10-05T02:54:54.306" v="101" actId="26606"/>
          <ac:picMkLst>
            <pc:docMk/>
            <pc:sldMk cId="3306603190" sldId="256"/>
            <ac:picMk id="6" creationId="{648CDE94-422B-F703-F1CF-7E0E0E26D5F5}"/>
          </ac:picMkLst>
        </pc:picChg>
      </pc:sldChg>
      <pc:sldChg chg="addSp modSp mod setBg">
        <pc:chgData name="GERARDO ROBERTO ARAGÓN GONZÁLEZ" userId="08711c7df194d5de" providerId="LiveId" clId="{706BEB07-504B-431D-B5FC-06F6A5D02FDC}" dt="2025-10-05T02:50:53.908" v="70" actId="2711"/>
        <pc:sldMkLst>
          <pc:docMk/>
          <pc:sldMk cId="3759866108" sldId="257"/>
        </pc:sldMkLst>
        <pc:spChg chg="mod">
          <ac:chgData name="GERARDO ROBERTO ARAGÓN GONZÁLEZ" userId="08711c7df194d5de" providerId="LiveId" clId="{706BEB07-504B-431D-B5FC-06F6A5D02FDC}" dt="2025-10-05T02:50:53.908" v="70" actId="2711"/>
          <ac:spMkLst>
            <pc:docMk/>
            <pc:sldMk cId="3759866108" sldId="257"/>
            <ac:spMk id="2" creationId="{BEA29504-DBBB-3E52-CAB7-3A2252D853DC}"/>
          </ac:spMkLst>
        </pc:spChg>
        <pc:spChg chg="mod">
          <ac:chgData name="GERARDO ROBERTO ARAGÓN GONZÁLEZ" userId="08711c7df194d5de" providerId="LiveId" clId="{706BEB07-504B-431D-B5FC-06F6A5D02FDC}" dt="2025-10-05T02:50:45.349" v="68" actId="20577"/>
          <ac:spMkLst>
            <pc:docMk/>
            <pc:sldMk cId="3759866108" sldId="257"/>
            <ac:spMk id="3" creationId="{CD7F311F-1716-B0B9-8A20-BA2084DCE892}"/>
          </ac:spMkLst>
        </pc:spChg>
        <pc:spChg chg="add">
          <ac:chgData name="GERARDO ROBERTO ARAGÓN GONZÁLEZ" userId="08711c7df194d5de" providerId="LiveId" clId="{706BEB07-504B-431D-B5FC-06F6A5D02FDC}" dt="2025-10-05T02:49:14.375" v="59" actId="26606"/>
          <ac:spMkLst>
            <pc:docMk/>
            <pc:sldMk cId="3759866108" sldId="257"/>
            <ac:spMk id="9" creationId="{04812C46-200A-4DEB-A05E-3ED6C68C2387}"/>
          </ac:spMkLst>
        </pc:spChg>
        <pc:spChg chg="add">
          <ac:chgData name="GERARDO ROBERTO ARAGÓN GONZÁLEZ" userId="08711c7df194d5de" providerId="LiveId" clId="{706BEB07-504B-431D-B5FC-06F6A5D02FDC}" dt="2025-10-05T02:49:14.375" v="59" actId="26606"/>
          <ac:spMkLst>
            <pc:docMk/>
            <pc:sldMk cId="3759866108" sldId="257"/>
            <ac:spMk id="11" creationId="{D1EA859B-E555-4109-94F3-6700E046E008}"/>
          </ac:spMkLst>
        </pc:spChg>
        <pc:picChg chg="add mod ord">
          <ac:chgData name="GERARDO ROBERTO ARAGÓN GONZÁLEZ" userId="08711c7df194d5de" providerId="LiveId" clId="{706BEB07-504B-431D-B5FC-06F6A5D02FDC}" dt="2025-10-05T02:49:14.375" v="59" actId="26606"/>
          <ac:picMkLst>
            <pc:docMk/>
            <pc:sldMk cId="3759866108" sldId="257"/>
            <ac:picMk id="4" creationId="{47ED9747-B43D-54CA-59B4-4CAE4BA735B2}"/>
          </ac:picMkLst>
        </pc:picChg>
      </pc:sldChg>
      <pc:sldChg chg="addSp delSp modSp mod setBg">
        <pc:chgData name="GERARDO ROBERTO ARAGÓN GONZÁLEZ" userId="08711c7df194d5de" providerId="LiveId" clId="{706BEB07-504B-431D-B5FC-06F6A5D02FDC}" dt="2025-10-05T02:54:32.632" v="100" actId="255"/>
        <pc:sldMkLst>
          <pc:docMk/>
          <pc:sldMk cId="2699353490" sldId="258"/>
        </pc:sldMkLst>
        <pc:spChg chg="mod">
          <ac:chgData name="GERARDO ROBERTO ARAGÓN GONZÁLEZ" userId="08711c7df194d5de" providerId="LiveId" clId="{706BEB07-504B-431D-B5FC-06F6A5D02FDC}" dt="2025-10-05T02:54:10.581" v="94" actId="207"/>
          <ac:spMkLst>
            <pc:docMk/>
            <pc:sldMk cId="2699353490" sldId="258"/>
            <ac:spMk id="2" creationId="{3581E658-9F54-549C-7898-349ABE633EA4}"/>
          </ac:spMkLst>
        </pc:spChg>
        <pc:spChg chg="mod ord">
          <ac:chgData name="GERARDO ROBERTO ARAGÓN GONZÁLEZ" userId="08711c7df194d5de" providerId="LiveId" clId="{706BEB07-504B-431D-B5FC-06F6A5D02FDC}" dt="2025-10-05T02:54:32.632" v="100" actId="255"/>
          <ac:spMkLst>
            <pc:docMk/>
            <pc:sldMk cId="2699353490" sldId="258"/>
            <ac:spMk id="3" creationId="{5E30A6E2-EE93-730E-2B11-01D41C5C8FA8}"/>
          </ac:spMkLst>
        </pc:spChg>
        <pc:spChg chg="add del">
          <ac:chgData name="GERARDO ROBERTO ARAGÓN GONZÁLEZ" userId="08711c7df194d5de" providerId="LiveId" clId="{706BEB07-504B-431D-B5FC-06F6A5D02FDC}" dt="2025-10-05T02:53:50.853" v="85" actId="26606"/>
          <ac:spMkLst>
            <pc:docMk/>
            <pc:sldMk cId="2699353490" sldId="258"/>
            <ac:spMk id="9" creationId="{327D73B4-9F5C-4A64-A179-51B9500CB8B5}"/>
          </ac:spMkLst>
        </pc:spChg>
        <pc:spChg chg="add del">
          <ac:chgData name="GERARDO ROBERTO ARAGÓN GONZÁLEZ" userId="08711c7df194d5de" providerId="LiveId" clId="{706BEB07-504B-431D-B5FC-06F6A5D02FDC}" dt="2025-10-05T02:53:50.853" v="85" actId="26606"/>
          <ac:spMkLst>
            <pc:docMk/>
            <pc:sldMk cId="2699353490" sldId="258"/>
            <ac:spMk id="11" creationId="{C1F06963-6374-4B48-844F-071A9BAAAE02}"/>
          </ac:spMkLst>
        </pc:spChg>
        <pc:spChg chg="add del">
          <ac:chgData name="GERARDO ROBERTO ARAGÓN GONZÁLEZ" userId="08711c7df194d5de" providerId="LiveId" clId="{706BEB07-504B-431D-B5FC-06F6A5D02FDC}" dt="2025-10-05T02:53:50.853" v="85" actId="26606"/>
          <ac:spMkLst>
            <pc:docMk/>
            <pc:sldMk cId="2699353490" sldId="258"/>
            <ac:spMk id="13" creationId="{6CB927A4-E432-4310-9CD5-E89FF5063179}"/>
          </ac:spMkLst>
        </pc:spChg>
        <pc:spChg chg="add del">
          <ac:chgData name="GERARDO ROBERTO ARAGÓN GONZÁLEZ" userId="08711c7df194d5de" providerId="LiveId" clId="{706BEB07-504B-431D-B5FC-06F6A5D02FDC}" dt="2025-10-05T02:53:50.853" v="85" actId="26606"/>
          <ac:spMkLst>
            <pc:docMk/>
            <pc:sldMk cId="2699353490" sldId="258"/>
            <ac:spMk id="15" creationId="{1453BF6C-B012-48B7-B4E8-6D7AC7C27D02}"/>
          </ac:spMkLst>
        </pc:spChg>
        <pc:spChg chg="add del">
          <ac:chgData name="GERARDO ROBERTO ARAGÓN GONZÁLEZ" userId="08711c7df194d5de" providerId="LiveId" clId="{706BEB07-504B-431D-B5FC-06F6A5D02FDC}" dt="2025-10-05T02:53:50.853" v="85" actId="26606"/>
          <ac:spMkLst>
            <pc:docMk/>
            <pc:sldMk cId="2699353490" sldId="258"/>
            <ac:spMk id="17" creationId="{E3020543-B24B-4EC4-8FFC-8DD88EEA91A8}"/>
          </ac:spMkLst>
        </pc:spChg>
        <pc:spChg chg="add del">
          <ac:chgData name="GERARDO ROBERTO ARAGÓN GONZÁLEZ" userId="08711c7df194d5de" providerId="LiveId" clId="{706BEB07-504B-431D-B5FC-06F6A5D02FDC}" dt="2025-10-05T02:53:52.461" v="87" actId="26606"/>
          <ac:spMkLst>
            <pc:docMk/>
            <pc:sldMk cId="2699353490" sldId="258"/>
            <ac:spMk id="21" creationId="{7B831B6F-405A-4B47-B9BB-5CA88F285844}"/>
          </ac:spMkLst>
        </pc:spChg>
        <pc:spChg chg="add del">
          <ac:chgData name="GERARDO ROBERTO ARAGÓN GONZÁLEZ" userId="08711c7df194d5de" providerId="LiveId" clId="{706BEB07-504B-431D-B5FC-06F6A5D02FDC}" dt="2025-10-05T02:53:52.461" v="87" actId="26606"/>
          <ac:spMkLst>
            <pc:docMk/>
            <pc:sldMk cId="2699353490" sldId="258"/>
            <ac:spMk id="22" creationId="{953EE71A-6488-4203-A7C4-77102FD0DCCA}"/>
          </ac:spMkLst>
        </pc:spChg>
        <pc:spChg chg="add del">
          <ac:chgData name="GERARDO ROBERTO ARAGÓN GONZÁLEZ" userId="08711c7df194d5de" providerId="LiveId" clId="{706BEB07-504B-431D-B5FC-06F6A5D02FDC}" dt="2025-10-05T02:53:58.139" v="89" actId="26606"/>
          <ac:spMkLst>
            <pc:docMk/>
            <pc:sldMk cId="2699353490" sldId="258"/>
            <ac:spMk id="24" creationId="{A2679492-7988-4050-9056-542444452411}"/>
          </ac:spMkLst>
        </pc:spChg>
        <pc:spChg chg="add del">
          <ac:chgData name="GERARDO ROBERTO ARAGÓN GONZÁLEZ" userId="08711c7df194d5de" providerId="LiveId" clId="{706BEB07-504B-431D-B5FC-06F6A5D02FDC}" dt="2025-10-05T02:53:58.139" v="89" actId="26606"/>
          <ac:spMkLst>
            <pc:docMk/>
            <pc:sldMk cId="2699353490" sldId="258"/>
            <ac:spMk id="25" creationId="{B091B163-7D61-4891-ABCF-5C13D9C418D0}"/>
          </ac:spMkLst>
        </pc:spChg>
        <pc:spChg chg="add">
          <ac:chgData name="GERARDO ROBERTO ARAGÓN GONZÁLEZ" userId="08711c7df194d5de" providerId="LiveId" clId="{706BEB07-504B-431D-B5FC-06F6A5D02FDC}" dt="2025-10-05T02:53:58.147" v="90" actId="26606"/>
          <ac:spMkLst>
            <pc:docMk/>
            <pc:sldMk cId="2699353490" sldId="258"/>
            <ac:spMk id="28" creationId="{C0763A76-9F1C-4FC5-82B7-DD475DA461B2}"/>
          </ac:spMkLst>
        </pc:spChg>
        <pc:spChg chg="add">
          <ac:chgData name="GERARDO ROBERTO ARAGÓN GONZÁLEZ" userId="08711c7df194d5de" providerId="LiveId" clId="{706BEB07-504B-431D-B5FC-06F6A5D02FDC}" dt="2025-10-05T02:53:58.147" v="90" actId="26606"/>
          <ac:spMkLst>
            <pc:docMk/>
            <pc:sldMk cId="2699353490" sldId="258"/>
            <ac:spMk id="29" creationId="{E81BF4F6-F2CF-4984-9D14-D6966D92F99F}"/>
          </ac:spMkLst>
        </pc:spChg>
        <pc:picChg chg="add mod">
          <ac:chgData name="GERARDO ROBERTO ARAGÓN GONZÁLEZ" userId="08711c7df194d5de" providerId="LiveId" clId="{706BEB07-504B-431D-B5FC-06F6A5D02FDC}" dt="2025-10-05T02:53:58.147" v="90" actId="26606"/>
          <ac:picMkLst>
            <pc:docMk/>
            <pc:sldMk cId="2699353490" sldId="258"/>
            <ac:picMk id="4" creationId="{343EF0B3-B1E4-7C07-C6C3-684DCCB22CEC}"/>
          </ac:picMkLst>
        </pc:picChg>
        <pc:cxnChg chg="add del">
          <ac:chgData name="GERARDO ROBERTO ARAGÓN GONZÁLEZ" userId="08711c7df194d5de" providerId="LiveId" clId="{706BEB07-504B-431D-B5FC-06F6A5D02FDC}" dt="2025-10-05T02:53:50.853" v="85" actId="26606"/>
          <ac:cxnSpMkLst>
            <pc:docMk/>
            <pc:sldMk cId="2699353490" sldId="258"/>
            <ac:cxnSpMk id="19" creationId="{C49DA8F6-BCC1-4447-B54C-57856834B94B}"/>
          </ac:cxnSpMkLst>
        </pc:cxnChg>
        <pc:cxnChg chg="add del">
          <ac:chgData name="GERARDO ROBERTO ARAGÓN GONZÁLEZ" userId="08711c7df194d5de" providerId="LiveId" clId="{706BEB07-504B-431D-B5FC-06F6A5D02FDC}" dt="2025-10-05T02:53:58.139" v="89" actId="26606"/>
          <ac:cxnSpMkLst>
            <pc:docMk/>
            <pc:sldMk cId="2699353490" sldId="258"/>
            <ac:cxnSpMk id="26" creationId="{C49DA8F6-BCC1-4447-B54C-57856834B94B}"/>
          </ac:cxnSpMkLst>
        </pc:cxnChg>
      </pc:sldChg>
      <pc:sldChg chg="addSp modSp del mod setBg addAnim">
        <pc:chgData name="GERARDO ROBERTO ARAGÓN GONZÁLEZ" userId="08711c7df194d5de" providerId="LiveId" clId="{706BEB07-504B-431D-B5FC-06F6A5D02FDC}" dt="2025-10-05T03:03:49.247" v="129" actId="47"/>
        <pc:sldMkLst>
          <pc:docMk/>
          <pc:sldMk cId="744845057" sldId="259"/>
        </pc:sldMkLst>
        <pc:spChg chg="mod">
          <ac:chgData name="GERARDO ROBERTO ARAGÓN GONZÁLEZ" userId="08711c7df194d5de" providerId="LiveId" clId="{706BEB07-504B-431D-B5FC-06F6A5D02FDC}" dt="2025-10-05T02:58:57.435" v="116" actId="122"/>
          <ac:spMkLst>
            <pc:docMk/>
            <pc:sldMk cId="744845057" sldId="259"/>
            <ac:spMk id="2" creationId="{DC4B5E2D-33A2-81BF-FC38-5E130AA9841C}"/>
          </ac:spMkLst>
        </pc:spChg>
        <pc:spChg chg="mod">
          <ac:chgData name="GERARDO ROBERTO ARAGÓN GONZÁLEZ" userId="08711c7df194d5de" providerId="LiveId" clId="{706BEB07-504B-431D-B5FC-06F6A5D02FDC}" dt="2025-10-05T02:59:12.620" v="119" actId="2711"/>
          <ac:spMkLst>
            <pc:docMk/>
            <pc:sldMk cId="744845057" sldId="259"/>
            <ac:spMk id="3" creationId="{CB27820B-3D12-2A4A-FE71-3D3E8A4577B9}"/>
          </ac:spMkLst>
        </pc:spChg>
        <pc:spChg chg="add">
          <ac:chgData name="GERARDO ROBERTO ARAGÓN GONZÁLEZ" userId="08711c7df194d5de" providerId="LiveId" clId="{706BEB07-504B-431D-B5FC-06F6A5D02FDC}" dt="2025-10-05T02:58:39.821" v="112" actId="26606"/>
          <ac:spMkLst>
            <pc:docMk/>
            <pc:sldMk cId="744845057" sldId="259"/>
            <ac:spMk id="9" creationId="{FB5B0058-AF13-4859-B429-4EDDE2A26F7F}"/>
          </ac:spMkLst>
        </pc:spChg>
        <pc:spChg chg="add">
          <ac:chgData name="GERARDO ROBERTO ARAGÓN GONZÁLEZ" userId="08711c7df194d5de" providerId="LiveId" clId="{706BEB07-504B-431D-B5FC-06F6A5D02FDC}" dt="2025-10-05T02:58:39.821" v="112" actId="26606"/>
          <ac:spMkLst>
            <pc:docMk/>
            <pc:sldMk cId="744845057" sldId="259"/>
            <ac:spMk id="11" creationId="{D84C2E9E-0B5D-4B5F-9A1F-70EBDCE39034}"/>
          </ac:spMkLst>
        </pc:spChg>
        <pc:picChg chg="add mod">
          <ac:chgData name="GERARDO ROBERTO ARAGÓN GONZÁLEZ" userId="08711c7df194d5de" providerId="LiveId" clId="{706BEB07-504B-431D-B5FC-06F6A5D02FDC}" dt="2025-10-05T02:58:39.821" v="112" actId="26606"/>
          <ac:picMkLst>
            <pc:docMk/>
            <pc:sldMk cId="744845057" sldId="259"/>
            <ac:picMk id="4" creationId="{AD3164D7-735A-5E0F-EB81-3A01F016D375}"/>
          </ac:picMkLst>
        </pc:picChg>
      </pc:sldChg>
      <pc:sldChg chg="addSp modSp new mod setBg setClrOvrMap">
        <pc:chgData name="GERARDO ROBERTO ARAGÓN GONZÁLEZ" userId="08711c7df194d5de" providerId="LiveId" clId="{706BEB07-504B-431D-B5FC-06F6A5D02FDC}" dt="2025-10-05T03:05:01.423" v="134" actId="2711"/>
        <pc:sldMkLst>
          <pc:docMk/>
          <pc:sldMk cId="4127758423" sldId="260"/>
        </pc:sldMkLst>
        <pc:spChg chg="mod">
          <ac:chgData name="GERARDO ROBERTO ARAGÓN GONZÁLEZ" userId="08711c7df194d5de" providerId="LiveId" clId="{706BEB07-504B-431D-B5FC-06F6A5D02FDC}" dt="2025-10-05T03:05:01.423" v="134" actId="2711"/>
          <ac:spMkLst>
            <pc:docMk/>
            <pc:sldMk cId="4127758423" sldId="260"/>
            <ac:spMk id="2" creationId="{B2BDFCB4-3DBE-A2CB-BA86-C574F993048F}"/>
          </ac:spMkLst>
        </pc:spChg>
        <pc:spChg chg="mod">
          <ac:chgData name="GERARDO ROBERTO ARAGÓN GONZÁLEZ" userId="08711c7df194d5de" providerId="LiveId" clId="{706BEB07-504B-431D-B5FC-06F6A5D02FDC}" dt="2025-10-05T03:04:41.407" v="132" actId="2711"/>
          <ac:spMkLst>
            <pc:docMk/>
            <pc:sldMk cId="4127758423" sldId="260"/>
            <ac:spMk id="3" creationId="{09DE677D-7E26-264B-46B2-39C3CFA1B929}"/>
          </ac:spMkLst>
        </pc:spChg>
        <pc:spChg chg="add">
          <ac:chgData name="GERARDO ROBERTO ARAGÓN GONZÁLEZ" userId="08711c7df194d5de" providerId="LiveId" clId="{706BEB07-504B-431D-B5FC-06F6A5D02FDC}" dt="2025-10-05T03:00:52.322" v="127" actId="26606"/>
          <ac:spMkLst>
            <pc:docMk/>
            <pc:sldMk cId="4127758423" sldId="260"/>
            <ac:spMk id="2055" creationId="{C5E6CFF1-2F42-4E10-9A97-F116F46F53FE}"/>
          </ac:spMkLst>
        </pc:spChg>
        <pc:picChg chg="add mod ord">
          <ac:chgData name="GERARDO ROBERTO ARAGÓN GONZÁLEZ" userId="08711c7df194d5de" providerId="LiveId" clId="{706BEB07-504B-431D-B5FC-06F6A5D02FDC}" dt="2025-10-05T03:00:52.322" v="127" actId="26606"/>
          <ac:picMkLst>
            <pc:docMk/>
            <pc:sldMk cId="4127758423" sldId="260"/>
            <ac:picMk id="2050" creationId="{3B28DF0B-6597-B5A3-3FB2-4D6F7C26E67F}"/>
          </ac:picMkLst>
        </pc:picChg>
        <pc:cxnChg chg="add">
          <ac:chgData name="GERARDO ROBERTO ARAGÓN GONZÁLEZ" userId="08711c7df194d5de" providerId="LiveId" clId="{706BEB07-504B-431D-B5FC-06F6A5D02FDC}" dt="2025-10-05T03:00:52.322" v="127" actId="26606"/>
          <ac:cxnSpMkLst>
            <pc:docMk/>
            <pc:sldMk cId="4127758423" sldId="260"/>
            <ac:cxnSpMk id="2057" creationId="{96A8629B-8289-498B-939B-1CA0C106182C}"/>
          </ac:cxnSpMkLst>
        </pc:cxnChg>
      </pc:sldChg>
      <pc:sldChg chg="delSp modSp new del mod">
        <pc:chgData name="GERARDO ROBERTO ARAGÓN GONZÁLEZ" userId="08711c7df194d5de" providerId="LiveId" clId="{706BEB07-504B-431D-B5FC-06F6A5D02FDC}" dt="2025-10-06T05:35:31.048" v="216" actId="47"/>
        <pc:sldMkLst>
          <pc:docMk/>
          <pc:sldMk cId="3768744168" sldId="261"/>
        </pc:sldMkLst>
        <pc:spChg chg="del">
          <ac:chgData name="GERARDO ROBERTO ARAGÓN GONZÁLEZ" userId="08711c7df194d5de" providerId="LiveId" clId="{706BEB07-504B-431D-B5FC-06F6A5D02FDC}" dt="2025-10-05T04:41:49.437" v="136" actId="21"/>
          <ac:spMkLst>
            <pc:docMk/>
            <pc:sldMk cId="3768744168" sldId="261"/>
            <ac:spMk id="2" creationId="{F0828FEE-329C-B110-1121-8ABD22CF33DB}"/>
          </ac:spMkLst>
        </pc:spChg>
        <pc:spChg chg="mod">
          <ac:chgData name="GERARDO ROBERTO ARAGÓN GONZÁLEZ" userId="08711c7df194d5de" providerId="LiveId" clId="{706BEB07-504B-431D-B5FC-06F6A5D02FDC}" dt="2025-10-05T04:42:43.272" v="140" actId="27636"/>
          <ac:spMkLst>
            <pc:docMk/>
            <pc:sldMk cId="3768744168" sldId="261"/>
            <ac:spMk id="3" creationId="{CBB4BD07-D6F2-3AA2-FBB8-5873FF925966}"/>
          </ac:spMkLst>
        </pc:spChg>
      </pc:sldChg>
      <pc:sldChg chg="addSp delSp modSp new mod setBg">
        <pc:chgData name="GERARDO ROBERTO ARAGÓN GONZÁLEZ" userId="08711c7df194d5de" providerId="LiveId" clId="{706BEB07-504B-431D-B5FC-06F6A5D02FDC}" dt="2025-10-06T05:35:50.904" v="217" actId="207"/>
        <pc:sldMkLst>
          <pc:docMk/>
          <pc:sldMk cId="2388392545" sldId="262"/>
        </pc:sldMkLst>
        <pc:spChg chg="del">
          <ac:chgData name="GERARDO ROBERTO ARAGÓN GONZÁLEZ" userId="08711c7df194d5de" providerId="LiveId" clId="{706BEB07-504B-431D-B5FC-06F6A5D02FDC}" dt="2025-10-05T04:42:58.324" v="142" actId="21"/>
          <ac:spMkLst>
            <pc:docMk/>
            <pc:sldMk cId="2388392545" sldId="262"/>
            <ac:spMk id="2" creationId="{9ED1129A-16CA-40BC-5BAB-01F6D163720E}"/>
          </ac:spMkLst>
        </pc:spChg>
        <pc:spChg chg="mod">
          <ac:chgData name="GERARDO ROBERTO ARAGÓN GONZÁLEZ" userId="08711c7df194d5de" providerId="LiveId" clId="{706BEB07-504B-431D-B5FC-06F6A5D02FDC}" dt="2025-10-05T05:17:50.445" v="201" actId="26606"/>
          <ac:spMkLst>
            <pc:docMk/>
            <pc:sldMk cId="2388392545" sldId="262"/>
            <ac:spMk id="3" creationId="{8E271C80-E858-31CD-F223-56683D81289E}"/>
          </ac:spMkLst>
        </pc:spChg>
        <pc:spChg chg="add del">
          <ac:chgData name="GERARDO ROBERTO ARAGÓN GONZÁLEZ" userId="08711c7df194d5de" providerId="LiveId" clId="{706BEB07-504B-431D-B5FC-06F6A5D02FDC}" dt="2025-10-05T05:17:39.587" v="197" actId="26606"/>
          <ac:spMkLst>
            <pc:docMk/>
            <pc:sldMk cId="2388392545" sldId="262"/>
            <ac:spMk id="6" creationId="{2EB492CD-616E-47F8-933B-5E2D952A0593}"/>
          </ac:spMkLst>
        </pc:spChg>
        <pc:spChg chg="add del">
          <ac:chgData name="GERARDO ROBERTO ARAGÓN GONZÁLEZ" userId="08711c7df194d5de" providerId="LiveId" clId="{706BEB07-504B-431D-B5FC-06F6A5D02FDC}" dt="2025-10-05T05:17:39.587" v="197" actId="26606"/>
          <ac:spMkLst>
            <pc:docMk/>
            <pc:sldMk cId="2388392545" sldId="262"/>
            <ac:spMk id="7" creationId="{59383CF9-23B5-4335-9B21-1791C4CF1C75}"/>
          </ac:spMkLst>
        </pc:spChg>
        <pc:spChg chg="add del">
          <ac:chgData name="GERARDO ROBERTO ARAGÓN GONZÁLEZ" userId="08711c7df194d5de" providerId="LiveId" clId="{706BEB07-504B-431D-B5FC-06F6A5D02FDC}" dt="2025-10-05T05:17:39.587" v="197" actId="26606"/>
          <ac:spMkLst>
            <pc:docMk/>
            <pc:sldMk cId="2388392545" sldId="262"/>
            <ac:spMk id="8" creationId="{0007FE00-9498-4706-B255-6437B0252C02}"/>
          </ac:spMkLst>
        </pc:spChg>
        <pc:spChg chg="add del">
          <ac:chgData name="GERARDO ROBERTO ARAGÓN GONZÁLEZ" userId="08711c7df194d5de" providerId="LiveId" clId="{706BEB07-504B-431D-B5FC-06F6A5D02FDC}" dt="2025-10-05T05:17:36.974" v="195" actId="26606"/>
          <ac:spMkLst>
            <pc:docMk/>
            <pc:sldMk cId="2388392545" sldId="262"/>
            <ac:spMk id="9" creationId="{2EB492CD-616E-47F8-933B-5E2D952A0593}"/>
          </ac:spMkLst>
        </pc:spChg>
        <pc:spChg chg="add del">
          <ac:chgData name="GERARDO ROBERTO ARAGÓN GONZÁLEZ" userId="08711c7df194d5de" providerId="LiveId" clId="{706BEB07-504B-431D-B5FC-06F6A5D02FDC}" dt="2025-10-05T05:17:41.691" v="199" actId="26606"/>
          <ac:spMkLst>
            <pc:docMk/>
            <pc:sldMk cId="2388392545" sldId="262"/>
            <ac:spMk id="10" creationId="{A2679492-7988-4050-9056-542444452411}"/>
          </ac:spMkLst>
        </pc:spChg>
        <pc:spChg chg="add del">
          <ac:chgData name="GERARDO ROBERTO ARAGÓN GONZÁLEZ" userId="08711c7df194d5de" providerId="LiveId" clId="{706BEB07-504B-431D-B5FC-06F6A5D02FDC}" dt="2025-10-05T05:17:36.974" v="195" actId="26606"/>
          <ac:spMkLst>
            <pc:docMk/>
            <pc:sldMk cId="2388392545" sldId="262"/>
            <ac:spMk id="11" creationId="{59383CF9-23B5-4335-9B21-1791C4CF1C75}"/>
          </ac:spMkLst>
        </pc:spChg>
        <pc:spChg chg="add del">
          <ac:chgData name="GERARDO ROBERTO ARAGÓN GONZÁLEZ" userId="08711c7df194d5de" providerId="LiveId" clId="{706BEB07-504B-431D-B5FC-06F6A5D02FDC}" dt="2025-10-05T05:17:41.691" v="199" actId="26606"/>
          <ac:spMkLst>
            <pc:docMk/>
            <pc:sldMk cId="2388392545" sldId="262"/>
            <ac:spMk id="12" creationId="{B091B163-7D61-4891-ABCF-5C13D9C418D0}"/>
          </ac:spMkLst>
        </pc:spChg>
        <pc:spChg chg="add del">
          <ac:chgData name="GERARDO ROBERTO ARAGÓN GONZÁLEZ" userId="08711c7df194d5de" providerId="LiveId" clId="{706BEB07-504B-431D-B5FC-06F6A5D02FDC}" dt="2025-10-05T05:17:36.974" v="195" actId="26606"/>
          <ac:spMkLst>
            <pc:docMk/>
            <pc:sldMk cId="2388392545" sldId="262"/>
            <ac:spMk id="13" creationId="{0007FE00-9498-4706-B255-6437B0252C02}"/>
          </ac:spMkLst>
        </pc:spChg>
        <pc:spChg chg="add del">
          <ac:chgData name="GERARDO ROBERTO ARAGÓN GONZÁLEZ" userId="08711c7df194d5de" providerId="LiveId" clId="{706BEB07-504B-431D-B5FC-06F6A5D02FDC}" dt="2025-10-05T05:17:50.445" v="201" actId="26606"/>
          <ac:spMkLst>
            <pc:docMk/>
            <pc:sldMk cId="2388392545" sldId="262"/>
            <ac:spMk id="18" creationId="{B95B9BA8-1D69-4796-85F5-B6D0BD52354B}"/>
          </ac:spMkLst>
        </pc:spChg>
        <pc:grpChg chg="add del">
          <ac:chgData name="GERARDO ROBERTO ARAGÓN GONZÁLEZ" userId="08711c7df194d5de" providerId="LiveId" clId="{706BEB07-504B-431D-B5FC-06F6A5D02FDC}" dt="2025-10-05T05:17:50.445" v="201" actId="26606"/>
          <ac:grpSpMkLst>
            <pc:docMk/>
            <pc:sldMk cId="2388392545" sldId="262"/>
            <ac:grpSpMk id="19" creationId="{D44E3F87-3D58-4B03-86B2-15A5C5B9C964}"/>
          </ac:grpSpMkLst>
        </pc:grpChg>
        <pc:graphicFrameChg chg="add mod modGraphic">
          <ac:chgData name="GERARDO ROBERTO ARAGÓN GONZÁLEZ" userId="08711c7df194d5de" providerId="LiveId" clId="{706BEB07-504B-431D-B5FC-06F6A5D02FDC}" dt="2025-10-06T05:35:50.904" v="217" actId="207"/>
          <ac:graphicFrameMkLst>
            <pc:docMk/>
            <pc:sldMk cId="2388392545" sldId="262"/>
            <ac:graphicFrameMk id="4" creationId="{4405204D-3D16-B9E4-A5F1-1AB08A26A6EF}"/>
          </ac:graphicFrameMkLst>
        </pc:graphicFrameChg>
        <pc:cxnChg chg="add del">
          <ac:chgData name="GERARDO ROBERTO ARAGÓN GONZÁLEZ" userId="08711c7df194d5de" providerId="LiveId" clId="{706BEB07-504B-431D-B5FC-06F6A5D02FDC}" dt="2025-10-05T05:17:41.691" v="199" actId="26606"/>
          <ac:cxnSpMkLst>
            <pc:docMk/>
            <pc:sldMk cId="2388392545" sldId="262"/>
            <ac:cxnSpMk id="14" creationId="{C49DA8F6-BCC1-4447-B54C-57856834B94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A0E1B-269C-3965-40E0-A1AEF14F9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B5F754-323D-1C31-1A63-39FE3830C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334580-0EA9-ECF3-EB0B-C6DA3B6E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001293-8EEB-443D-4FE7-78F7E48D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17B507-377D-417C-1F4C-02811ACC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479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FEDDC-ED18-3667-A7CB-41570D72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B8F19A-6CD9-AA70-F59B-CC2817B05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8C3F17-8E35-6C5C-EF7B-7E7E67002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D2522C-A66E-91A2-496E-BAD8F36D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68B1B6-CD67-D2DF-905E-F58F888F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12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7BD1B-4842-1E90-B4B3-9518B805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B0EC0E-0154-55AF-94E7-A66D495E1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84DE31-AC15-723F-D402-31525895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AABD73-82FB-4D30-00B8-5877936F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63842C-0090-16ED-0169-3F26D998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618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829A4-F8EA-0FF6-CA95-9173251C3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08560F-90F5-8755-F427-006BE614C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543F6C-1DC9-2C64-1529-BD8BA3085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D8D49C-6870-0ECC-E521-05EEC48F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AB4075-7062-598A-6EB5-1055EB31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39229-DE3D-3D84-5B35-30121C2D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874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76201-F390-F90E-E056-3927E69C3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57FADD-A5C1-B143-E110-3D7148C79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3CEE46-1905-86D1-32EE-AAE957CD7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7C1A27-E1C8-2461-6684-7411FF9E5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D4DDB70-EE41-E93F-A7D9-30521A108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A15B968-96CB-7693-5CB4-5CB0FB89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090A96-6BE6-6C01-11CA-8A87A34D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67BB7B0-BF6B-0CE4-1183-A0510D5C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839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6A0B0-24E5-979B-474F-6A700F35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07CEBA-E3E1-5AD3-C9CC-BF3F783F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F46046-A5A6-7C23-C7C7-EDA621B2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8D709F-A033-C20B-3EAF-B89F0386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718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BF50C6-3A4C-4A52-65C7-083666CD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6E53D6-1706-104D-547E-65DD4D62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B5C8DC-FC39-2D4A-FEFF-C51ECE063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9110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60E7E-69E0-B32C-9780-47E75CCDB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D36EE-1592-C6EC-0A97-36CF37AF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7D1086-F0A7-F291-8AB9-C878632BC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8A4881-2B30-3FDF-450B-8EF72C30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DE40AB-A7D3-F086-E42B-A416CA1C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7056E3-8FF8-F39A-2A60-47758CBE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290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877E2-BE25-3856-2638-431809D1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FCBD8F0-0685-4570-A9D7-324FB4B29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480AF7-98B3-267D-3C6C-1C56F5FD1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2EA94C-D96D-A64F-6A20-23739D6E6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FB5024-BCD7-5161-5FC3-74865212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383FD5-3378-FD5D-F01B-472CD2E0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1444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E04D8-E664-0D3B-57F9-577F654EF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865EE6-E048-AA7B-52A2-C06521E23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4ECBE-C991-BA9D-D1ED-72DA13FF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1520C8-8D33-64B0-0019-3AEB1CB5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BF45B4-6463-18DF-A102-6A0069AB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66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1D95FB-2162-9561-5551-17F78B76A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EB3715-B8C6-9ED1-5FFE-BDB36FBF4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7CD32E-E04A-E0E1-A47D-39086A38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ED5E38-DB74-EAAD-812C-EB48DB52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DFDCA5-6D8D-C0B1-684C-97142FDE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6776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50D25-BC6C-E7F0-F378-9078B00E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632024-79D9-D32F-F9B2-76F01BE7F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4EC6AC-3999-00EE-AC81-D362FAAD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12D519-29FA-25DC-E057-025AEE80F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49CE9E-DBCA-B105-4EF2-463DD059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604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ED7297F-FACB-6775-58F0-14DCC021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1A769A-5985-6654-F13B-25F001F59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E382FB-453E-1D85-86D2-C91A1AFF1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9946D-319B-4449-9547-1D83B9FEEC38}" type="datetimeFigureOut">
              <a:rPr lang="es-MX" smtClean="0"/>
              <a:t>05/10/2025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3127E5-63B7-7682-B84C-1A8E26F50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ECC226-CDC7-12CA-A5B9-C42ED3F49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4AA83-A11E-4765-A511-193AEFB713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9738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6C08B05-5ED3-41F1-8292-9023BE94A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BB1D15-5764-41A1-A743-C69797926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F25349-AEAC-CEEC-1A76-B9641B9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278" y="834888"/>
            <a:ext cx="4227444" cy="290679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R="0" algn="ctr"/>
            <a:r>
              <a:rPr lang="en-US" sz="6400" b="0" i="0" u="none" strike="noStrike" kern="1200" baseline="0" dirty="0">
                <a:solidFill>
                  <a:srgbClr val="595959"/>
                </a:solidFill>
                <a:latin typeface="Century Gothic" panose="020B0502020202020204" pitchFamily="34" charset="0"/>
              </a:rPr>
              <a:t>El </a:t>
            </a:r>
            <a:r>
              <a:rPr lang="en-US" sz="6400" b="0" i="0" u="none" strike="noStrike" kern="1200" baseline="0" dirty="0" err="1">
                <a:solidFill>
                  <a:srgbClr val="595959"/>
                </a:solidFill>
                <a:latin typeface="Century Gothic" panose="020B0502020202020204" pitchFamily="34" charset="0"/>
              </a:rPr>
              <a:t>Conflicto</a:t>
            </a:r>
            <a:r>
              <a:rPr lang="en-US" sz="6400" b="0" i="0" u="none" strike="noStrike" kern="1200" baseline="0" dirty="0">
                <a:solidFill>
                  <a:srgbClr val="595959"/>
                </a:solidFill>
                <a:latin typeface="Century Gothic" panose="020B0502020202020204" pitchFamily="34" charset="0"/>
              </a:rPr>
              <a:t> de la </a:t>
            </a:r>
            <a:r>
              <a:rPr lang="en-US" sz="6400" b="0" i="0" u="none" strike="noStrike" kern="1200" baseline="0" dirty="0" err="1">
                <a:solidFill>
                  <a:srgbClr val="595959"/>
                </a:solidFill>
                <a:latin typeface="Century Gothic" panose="020B0502020202020204" pitchFamily="34" charset="0"/>
              </a:rPr>
              <a:t>Velocidad</a:t>
            </a:r>
            <a:endParaRPr lang="en-US" sz="6400" b="0" i="0" u="none" strike="noStrike" kern="1200" baseline="0" dirty="0">
              <a:solidFill>
                <a:srgbClr val="595959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F21635-29B9-C5AD-60F1-7AC6F0124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847" y="4046452"/>
            <a:ext cx="3476846" cy="1859934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 algn="ctr">
              <a:buNone/>
            </a:pPr>
            <a:r>
              <a:rPr lang="en-US" b="1" i="0" u="none" strike="noStrike" kern="1200" baseline="0" dirty="0">
                <a:solidFill>
                  <a:srgbClr val="595959"/>
                </a:solidFill>
                <a:latin typeface="Century Gothic" panose="020B0502020202020204" pitchFamily="34" charset="0"/>
              </a:rPr>
              <a:t>"La Ley </a:t>
            </a:r>
            <a:r>
              <a:rPr lang="en-US" b="1" i="0" u="none" strike="noStrike" kern="1200" baseline="0" dirty="0" err="1">
                <a:solidFill>
                  <a:srgbClr val="595959"/>
                </a:solidFill>
                <a:latin typeface="Century Gothic" panose="020B0502020202020204" pitchFamily="34" charset="0"/>
              </a:rPr>
              <a:t>siempre</a:t>
            </a:r>
            <a:r>
              <a:rPr lang="en-US" b="1" i="0" u="none" strike="noStrike" kern="1200" baseline="0" dirty="0">
                <a:solidFill>
                  <a:srgbClr val="595959"/>
                </a:solidFill>
                <a:latin typeface="Century Gothic" panose="020B0502020202020204" pitchFamily="34" charset="0"/>
              </a:rPr>
              <a:t> </a:t>
            </a:r>
            <a:r>
              <a:rPr lang="en-US" b="1" i="0" u="none" strike="noStrike" kern="1200" baseline="0" dirty="0" err="1">
                <a:solidFill>
                  <a:srgbClr val="595959"/>
                </a:solidFill>
                <a:latin typeface="Century Gothic" panose="020B0502020202020204" pitchFamily="34" charset="0"/>
              </a:rPr>
              <a:t>llega</a:t>
            </a:r>
            <a:r>
              <a:rPr lang="en-US" b="1" i="0" u="none" strike="noStrike" kern="1200" baseline="0" dirty="0">
                <a:solidFill>
                  <a:srgbClr val="595959"/>
                </a:solidFill>
                <a:latin typeface="Century Gothic" panose="020B0502020202020204" pitchFamily="34" charset="0"/>
              </a:rPr>
              <a:t> </a:t>
            </a:r>
            <a:r>
              <a:rPr lang="en-US" b="1" i="0" u="none" strike="noStrike" kern="1200" baseline="0" dirty="0" err="1">
                <a:solidFill>
                  <a:srgbClr val="595959"/>
                </a:solidFill>
                <a:latin typeface="Century Gothic" panose="020B0502020202020204" pitchFamily="34" charset="0"/>
              </a:rPr>
              <a:t>tarde</a:t>
            </a:r>
            <a:r>
              <a:rPr lang="en-US" b="1" i="0" u="none" strike="noStrike" kern="1200" baseline="0" dirty="0">
                <a:solidFill>
                  <a:srgbClr val="595959"/>
                </a:solidFill>
                <a:latin typeface="Century Gothic" panose="020B0502020202020204" pitchFamily="34" charset="0"/>
              </a:rPr>
              <a:t>."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5A4988-E316-65B3-8C57-6955428EF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82" b="-1"/>
          <a:stretch>
            <a:fillRect/>
          </a:stretch>
        </p:blipFill>
        <p:spPr>
          <a:xfrm>
            <a:off x="6732104" y="3429000"/>
            <a:ext cx="4823791" cy="282036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48CDE94-422B-F703-F1CF-7E0E0E26D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94"/>
          <a:stretch>
            <a:fillRect/>
          </a:stretch>
        </p:blipFill>
        <p:spPr>
          <a:xfrm>
            <a:off x="6732104" y="642732"/>
            <a:ext cx="4823791" cy="279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0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ED9747-B43D-54CA-59B4-4CAE4BA735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02" r="680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A29504-DBBB-3E52-CAB7-3A2252D85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4000" b="0" i="0" u="none" strike="noStrike" baseline="0" dirty="0" err="1">
                <a:latin typeface="Century Gothic" panose="020B0502020202020204" pitchFamily="34" charset="0"/>
              </a:rPr>
              <a:t>Alcances</a:t>
            </a:r>
            <a:r>
              <a:rPr lang="en-US" sz="4000" b="0" i="0" u="none" strike="noStrike" baseline="0" dirty="0">
                <a:latin typeface="Century Gothic" panose="020B0502020202020204" pitchFamily="34" charset="0"/>
              </a:rPr>
              <a:t>: El Fin de las Fronteras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7F311F-1716-B0B9-8A20-BA2084DCE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just">
              <a:buNone/>
            </a:pPr>
            <a:r>
              <a:rPr lang="en-US" sz="3200" b="0" i="0" u="none" strike="noStrike" baseline="0" dirty="0">
                <a:latin typeface="Century Gothic" panose="020B0502020202020204" pitchFamily="34" charset="0"/>
              </a:rPr>
              <a:t>¿</a:t>
            </a:r>
            <a:r>
              <a:rPr lang="en-US" sz="3200" b="0" i="0" u="none" strike="noStrike" baseline="0" dirty="0" err="1">
                <a:latin typeface="Century Gothic" panose="020B0502020202020204" pitchFamily="34" charset="0"/>
              </a:rPr>
              <a:t>Dónde</a:t>
            </a:r>
            <a:r>
              <a:rPr lang="en-US" sz="3200" b="0" i="0" u="none" strike="noStrike" baseline="0" dirty="0">
                <a:latin typeface="Century Gothic" panose="020B0502020202020204" pitchFamily="34" charset="0"/>
              </a:rPr>
              <a:t> </a:t>
            </a:r>
            <a:r>
              <a:rPr lang="en-US" sz="3200" b="0" i="0" u="none" strike="noStrike" baseline="0" dirty="0" err="1">
                <a:latin typeface="Century Gothic" panose="020B0502020202020204" pitchFamily="34" charset="0"/>
              </a:rPr>
              <a:t>está</a:t>
            </a:r>
            <a:r>
              <a:rPr lang="en-US" sz="3200" b="0" i="0" u="none" strike="noStrike" baseline="0" dirty="0">
                <a:latin typeface="Century Gothic" panose="020B0502020202020204" pitchFamily="34" charset="0"/>
              </a:rPr>
              <a:t> </a:t>
            </a:r>
            <a:r>
              <a:rPr lang="en-US" sz="3200" b="0" i="0" u="none" strike="noStrike" baseline="0" dirty="0" err="1">
                <a:latin typeface="Century Gothic" panose="020B0502020202020204" pitchFamily="34" charset="0"/>
              </a:rPr>
              <a:t>el</a:t>
            </a:r>
            <a:r>
              <a:rPr lang="en-US" sz="3200" b="0" i="0" u="none" strike="noStrike" baseline="0" dirty="0">
                <a:latin typeface="Century Gothic" panose="020B0502020202020204" pitchFamily="34" charset="0"/>
              </a:rPr>
              <a:t> </a:t>
            </a:r>
            <a:r>
              <a:rPr lang="en-US" sz="3200" b="0" i="0" u="none" strike="noStrike" baseline="0" dirty="0" err="1">
                <a:latin typeface="Century Gothic" panose="020B0502020202020204" pitchFamily="34" charset="0"/>
              </a:rPr>
              <a:t>delito</a:t>
            </a:r>
            <a:r>
              <a:rPr lang="en-US" sz="3200" b="0" i="0" u="none" strike="noStrike" baseline="0" dirty="0">
                <a:latin typeface="Century Gothic" panose="020B0502020202020204" pitchFamily="34" charset="0"/>
              </a:rPr>
              <a:t>?</a:t>
            </a:r>
          </a:p>
          <a:p>
            <a:pPr marL="0" marR="0" lvl="0" indent="0" algn="just">
              <a:buNone/>
            </a:pPr>
            <a:r>
              <a:rPr lang="en-US" sz="3200" b="0" i="0" u="none" strike="noStrike" baseline="0" dirty="0">
                <a:latin typeface="Century Gothic" panose="020B0502020202020204" pitchFamily="34" charset="0"/>
              </a:rPr>
              <a:t>Principio de </a:t>
            </a:r>
            <a:r>
              <a:rPr lang="en-US" sz="3200" b="0" i="0" u="none" strike="noStrike" baseline="0" dirty="0" err="1">
                <a:latin typeface="Century Gothic" panose="020B0502020202020204" pitchFamily="34" charset="0"/>
              </a:rPr>
              <a:t>Territorialidad</a:t>
            </a:r>
            <a:r>
              <a:rPr lang="en-US" sz="3200" b="0" i="0" u="none" strike="noStrike" baseline="0" dirty="0">
                <a:latin typeface="Century Gothic" panose="020B0502020202020204" pitchFamily="34" charset="0"/>
              </a:rPr>
              <a:t> vs. Principio de </a:t>
            </a:r>
            <a:r>
              <a:rPr lang="en-US" sz="3200" b="0" i="0" u="none" strike="noStrike" baseline="0" dirty="0" err="1">
                <a:latin typeface="Century Gothic" panose="020B0502020202020204" pitchFamily="34" charset="0"/>
              </a:rPr>
              <a:t>Resultado</a:t>
            </a:r>
            <a:r>
              <a:rPr lang="en-US" sz="3200" b="0" i="0" u="none" strike="noStrike" baseline="0" dirty="0">
                <a:latin typeface="Century Gothic" panose="020B0502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9866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9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81E658-9F54-549C-7898-349ABE63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4000" b="0" i="0" u="none" strike="noStrike" baseline="0" dirty="0">
                <a:latin typeface="Century Gothic" panose="020B0502020202020204" pitchFamily="34" charset="0"/>
              </a:rPr>
              <a:t>La Ley </a:t>
            </a:r>
            <a:r>
              <a:rPr lang="en-US" sz="4000" b="0" i="0" u="none" strike="noStrike" baseline="0" dirty="0" err="1">
                <a:latin typeface="Century Gothic" panose="020B0502020202020204" pitchFamily="34" charset="0"/>
              </a:rPr>
              <a:t>como</a:t>
            </a:r>
            <a:r>
              <a:rPr lang="en-US" sz="4000" b="0" i="0" u="none" strike="noStrike" baseline="0" dirty="0">
                <a:latin typeface="Century Gothic" panose="020B0502020202020204" pitchFamily="34" charset="0"/>
              </a:rPr>
              <a:t> Control Social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30A6E2-EE93-730E-2B11-01D41C5C8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>
              <a:buNone/>
            </a:pPr>
            <a:r>
              <a:rPr lang="en-US" sz="6000" b="0" i="0" u="none" strike="noStrike" baseline="0" dirty="0">
                <a:latin typeface="Century Gothic" panose="020B0502020202020204" pitchFamily="34" charset="0"/>
              </a:rPr>
              <a:t>"El Derecho: </a:t>
            </a:r>
            <a:r>
              <a:rPr lang="en-US" sz="6000" b="0" i="0" u="none" strike="noStrike" baseline="0" dirty="0" err="1">
                <a:latin typeface="Century Gothic" panose="020B0502020202020204" pitchFamily="34" charset="0"/>
              </a:rPr>
              <a:t>Legitimidad</a:t>
            </a:r>
            <a:r>
              <a:rPr lang="en-US" sz="6000" b="0" i="0" u="none" strike="noStrike" baseline="0" dirty="0">
                <a:latin typeface="Century Gothic" panose="020B0502020202020204" pitchFamily="34" charset="0"/>
              </a:rPr>
              <a:t> y </a:t>
            </a:r>
            <a:r>
              <a:rPr lang="en-US" sz="6000" b="0" i="0" u="none" strike="noStrike" baseline="0" dirty="0" err="1">
                <a:latin typeface="Century Gothic" panose="020B0502020202020204" pitchFamily="34" charset="0"/>
              </a:rPr>
              <a:t>Seguridad</a:t>
            </a:r>
            <a:r>
              <a:rPr lang="en-US" sz="6000" b="0" i="0" u="none" strike="noStrike" baseline="0" dirty="0">
                <a:latin typeface="Century Gothic" panose="020B0502020202020204" pitchFamily="34" charset="0"/>
              </a:rPr>
              <a:t>."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3EF0B3-B1E4-7C07-C6C3-684DCCB2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1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5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ómo Uber y Airbnb cambiaron las reglas">
            <a:extLst>
              <a:ext uri="{FF2B5EF4-FFF2-40B4-BE49-F238E27FC236}">
                <a16:creationId xmlns:a16="http://schemas.microsoft.com/office/drawing/2014/main" id="{3B28DF0B-6597-B5A3-3FB2-4D6F7C26E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BDFCB4-3DBE-A2CB-BA86-C574F993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000" b="0" i="0" u="none" strike="noStrike" baseline="0" dirty="0">
                <a:ln w="22225">
                  <a:solidFill>
                    <a:srgbClr val="FFFFFF"/>
                  </a:solidFill>
                </a:ln>
                <a:noFill/>
                <a:latin typeface="Century Gothic" panose="020B0502020202020204" pitchFamily="34" charset="0"/>
              </a:rPr>
              <a:t>El "</a:t>
            </a:r>
            <a:r>
              <a:rPr lang="en-US" sz="8000" b="0" i="0" u="none" strike="noStrike" baseline="0" dirty="0" err="1">
                <a:ln w="22225">
                  <a:solidFill>
                    <a:srgbClr val="FFFFFF"/>
                  </a:solidFill>
                </a:ln>
                <a:noFill/>
                <a:latin typeface="Century Gothic" panose="020B0502020202020204" pitchFamily="34" charset="0"/>
              </a:rPr>
              <a:t>Vacío</a:t>
            </a:r>
            <a:r>
              <a:rPr lang="en-US" sz="8000" b="0" i="0" u="none" strike="noStrike" baseline="0" dirty="0">
                <a:ln w="22225">
                  <a:solidFill>
                    <a:srgbClr val="FFFFFF"/>
                  </a:solidFill>
                </a:ln>
                <a:noFill/>
                <a:latin typeface="Century Gothic" panose="020B0502020202020204" pitchFamily="34" charset="0"/>
              </a:rPr>
              <a:t> Legal" </a:t>
            </a:r>
            <a:r>
              <a:rPr lang="en-US" sz="8000" b="0" i="0" u="none" strike="noStrike" baseline="0" dirty="0" err="1">
                <a:ln w="22225">
                  <a:solidFill>
                    <a:srgbClr val="FFFFFF"/>
                  </a:solidFill>
                </a:ln>
                <a:noFill/>
                <a:latin typeface="Century Gothic" panose="020B0502020202020204" pitchFamily="34" charset="0"/>
              </a:rPr>
              <a:t>en</a:t>
            </a:r>
            <a:r>
              <a:rPr lang="en-US" sz="8000" b="0" i="0" u="none" strike="noStrike" baseline="0" dirty="0">
                <a:ln w="22225">
                  <a:solidFill>
                    <a:srgbClr val="FFFFFF"/>
                  </a:solidFill>
                </a:ln>
                <a:noFill/>
                <a:latin typeface="Century Gothic" panose="020B0502020202020204" pitchFamily="34" charset="0"/>
              </a:rPr>
              <a:t> </a:t>
            </a:r>
            <a:r>
              <a:rPr lang="en-US" sz="8000" b="0" i="0" u="none" strike="noStrike" baseline="0" dirty="0" err="1">
                <a:ln w="22225">
                  <a:solidFill>
                    <a:srgbClr val="FFFFFF"/>
                  </a:solidFill>
                </a:ln>
                <a:noFill/>
                <a:latin typeface="Century Gothic" panose="020B0502020202020204" pitchFamily="34" charset="0"/>
              </a:rPr>
              <a:t>Acción</a:t>
            </a:r>
            <a:endParaRPr lang="en-US" sz="8000" dirty="0">
              <a:ln w="22225">
                <a:solidFill>
                  <a:srgbClr val="FFFFFF"/>
                </a:solidFill>
              </a:ln>
              <a:noFill/>
              <a:latin typeface="Century Gothic" panose="020B0502020202020204" pitchFamily="34" charset="0"/>
            </a:endParaRP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DE677D-7E26-264B-46B2-39C3CFA1B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0" i="0" u="none" strike="noStrike" baseline="0" dirty="0">
                <a:solidFill>
                  <a:srgbClr val="FFFFFF"/>
                </a:solidFill>
                <a:latin typeface="Century Gothic" panose="020B0502020202020204" pitchFamily="34" charset="0"/>
              </a:rPr>
              <a:t>"El Regulatory Lag: ¿</a:t>
            </a:r>
            <a:r>
              <a:rPr lang="en-US" sz="2000" b="0" i="0" u="none" strike="noStrike" baseline="0" dirty="0" err="1">
                <a:solidFill>
                  <a:srgbClr val="FFFFFF"/>
                </a:solidFill>
                <a:latin typeface="Century Gothic" panose="020B0502020202020204" pitchFamily="34" charset="0"/>
              </a:rPr>
              <a:t>Cómo</a:t>
            </a:r>
            <a:r>
              <a:rPr lang="en-US" sz="2000" b="0" i="0" u="none" strike="noStrike" baseline="0" dirty="0">
                <a:solidFill>
                  <a:srgbClr val="FFFFFF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0" i="0" u="none" strike="noStrike" baseline="0" dirty="0" err="1">
                <a:solidFill>
                  <a:srgbClr val="FFFFFF"/>
                </a:solidFill>
                <a:latin typeface="Century Gothic" panose="020B0502020202020204" pitchFamily="34" charset="0"/>
              </a:rPr>
              <a:t>regulamos</a:t>
            </a:r>
            <a:r>
              <a:rPr lang="en-US" sz="2000" b="0" i="0" u="none" strike="noStrike" baseline="0" dirty="0">
                <a:solidFill>
                  <a:srgbClr val="FFFFFF"/>
                </a:solidFill>
                <a:latin typeface="Century Gothic" panose="020B0502020202020204" pitchFamily="34" charset="0"/>
              </a:rPr>
              <a:t> lo que no </a:t>
            </a:r>
            <a:r>
              <a:rPr lang="en-US" sz="2000" b="0" i="0" u="none" strike="noStrike" baseline="0" dirty="0" err="1">
                <a:solidFill>
                  <a:srgbClr val="FFFFFF"/>
                </a:solidFill>
                <a:latin typeface="Century Gothic" panose="020B0502020202020204" pitchFamily="34" charset="0"/>
              </a:rPr>
              <a:t>existía</a:t>
            </a:r>
            <a:r>
              <a:rPr lang="en-US" sz="2000" b="0" i="0" u="none" strike="noStrike" baseline="0" dirty="0">
                <a:solidFill>
                  <a:srgbClr val="FFFFFF"/>
                </a:solidFill>
                <a:latin typeface="Century Gothic" panose="020B0502020202020204" pitchFamily="34" charset="0"/>
              </a:rPr>
              <a:t>?"</a:t>
            </a:r>
          </a:p>
          <a:p>
            <a:pPr marL="0"/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758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271C80-E858-31CD-F223-56683D812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59370"/>
            <a:ext cx="10515600" cy="5217593"/>
          </a:xfrm>
        </p:spPr>
        <p:txBody>
          <a:bodyPr/>
          <a:lstStyle/>
          <a:p>
            <a:pPr marL="0" indent="0">
              <a:buNone/>
            </a:pPr>
            <a:endParaRPr lang="es-MX" dirty="0">
              <a:latin typeface="Century Gothic" panose="020B050202020202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405204D-3D16-B9E4-A5F1-1AB08A26A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285756"/>
              </p:ext>
            </p:extLst>
          </p:nvPr>
        </p:nvGraphicFramePr>
        <p:xfrm>
          <a:off x="838199" y="959370"/>
          <a:ext cx="10515600" cy="5217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245046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33590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45153424"/>
                    </a:ext>
                  </a:extLst>
                </a:gridCol>
              </a:tblGrid>
              <a:tr h="503150">
                <a:tc>
                  <a:txBody>
                    <a:bodyPr/>
                    <a:lstStyle/>
                    <a:p>
                      <a:pPr algn="ctr"/>
                      <a:r>
                        <a:rPr lang="es-MX">
                          <a:latin typeface="Century Gothic" panose="020B0502020202020204" pitchFamily="34" charset="0"/>
                        </a:rPr>
                        <a:t>Título y fuente</a:t>
                      </a:r>
                      <a:endParaRPr lang="es-MX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>
                          <a:latin typeface="Century Gothic" panose="020B0502020202020204" pitchFamily="34" charset="0"/>
                        </a:rPr>
                        <a:t>Tema Específico</a:t>
                      </a:r>
                      <a:endParaRPr lang="es-MX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Century Gothic" panose="020B0502020202020204" pitchFamily="34" charset="0"/>
                        </a:rPr>
                        <a:t>Vínculo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591255"/>
                  </a:ext>
                </a:extLst>
              </a:tr>
              <a:tr h="1157934">
                <a:tc>
                  <a:txBody>
                    <a:bodyPr/>
                    <a:lstStyle/>
                    <a:p>
                      <a:pPr algn="just"/>
                      <a:r>
                        <a:rPr lang="es-ES" sz="1300" b="0" dirty="0">
                          <a:latin typeface="Century Gothic" panose="020B0502020202020204" pitchFamily="34" charset="0"/>
                        </a:rPr>
                        <a:t>Delitos informáticos frente a estándares de derechos humanos y libertad de expresión en México. (</a:t>
                      </a:r>
                      <a:r>
                        <a:rPr lang="es-ES" sz="1300" b="0" i="1" dirty="0">
                          <a:latin typeface="Century Gothic" panose="020B0502020202020204" pitchFamily="34" charset="0"/>
                        </a:rPr>
                        <a:t>Repositorio INFOTEC</a:t>
                      </a:r>
                      <a:r>
                        <a:rPr lang="es-ES" sz="1300" b="0" dirty="0">
                          <a:latin typeface="Century Gothic" panose="020B0502020202020204" pitchFamily="34" charset="0"/>
                        </a:rPr>
                        <a:t>)</a:t>
                      </a:r>
                      <a:endParaRPr lang="es-MX" sz="1300" b="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300" b="0" dirty="0">
                          <a:latin typeface="Century Gothic" panose="020B0502020202020204" pitchFamily="34" charset="0"/>
                        </a:rPr>
                        <a:t>Analiza la tipificación de delitos y cómo estos deben alinearse con los estándares de derechos humanos, especialmente la libertad de expresión. </a:t>
                      </a:r>
                      <a:r>
                        <a:rPr lang="es-ES" sz="1300" b="0" dirty="0">
                          <a:solidFill>
                            <a:srgbClr val="FF0000"/>
                          </a:solidFill>
                          <a:latin typeface="Century Gothic" panose="020B0502020202020204" pitchFamily="34" charset="0"/>
                        </a:rPr>
                        <a:t>Excelente para la Diapositiva 6.</a:t>
                      </a:r>
                      <a:endParaRPr lang="es-MX" sz="1300" b="0" dirty="0">
                        <a:solidFill>
                          <a:srgbClr val="FF000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300" b="0" dirty="0">
                          <a:latin typeface="Century Gothic" panose="020B0502020202020204" pitchFamily="34" charset="0"/>
                        </a:rPr>
                        <a:t>https://infotec.repositorioinstitucional.mx/jspui/bitstream/1027/518/1/SOLUCIONESTRATEGICA_LMCT.pdf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708095"/>
                  </a:ext>
                </a:extLst>
              </a:tr>
              <a:tr h="2398576">
                <a:tc>
                  <a:txBody>
                    <a:bodyPr/>
                    <a:lstStyle/>
                    <a:p>
                      <a:pPr algn="just"/>
                      <a:r>
                        <a:rPr lang="es-ES" sz="1300" dirty="0">
                          <a:latin typeface="Century Gothic" panose="020B0502020202020204" pitchFamily="34" charset="0"/>
                        </a:rPr>
                        <a:t>Vista de Internet y derecho. De la realidad virtual a la realidad jurídica. por José María Soberanes Diez.</a:t>
                      </a:r>
                      <a:endParaRPr lang="es-MX" sz="13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300" dirty="0">
                          <a:latin typeface="Century Gothic" panose="020B0502020202020204" pitchFamily="34" charset="0"/>
                        </a:rPr>
                        <a:t>Fuente: Boletín Mexicano de Derecho Comparado (IIJ-UNAM). Enfoque: Este artículo es ideal para la Unidad 1 porque analiza cómo el Derecho Positivo Mexicano (código civil, penal) tuvo que adaptarse a la realidad de Internet, discutiendo la validez de las normas jurídicas aplicables en temas como derechos de autor y comercio electrónico. </a:t>
                      </a:r>
                      <a:r>
                        <a:rPr lang="es-ES" sz="1300" dirty="0">
                          <a:solidFill>
                            <a:srgbClr val="FF0000"/>
                          </a:solidFill>
                          <a:latin typeface="Century Gothic" panose="020B0502020202020204" pitchFamily="34" charset="0"/>
                        </a:rPr>
                        <a:t>Es una excelente base para el tema 1.1.1.</a:t>
                      </a:r>
                      <a:endParaRPr lang="es-MX" sz="1300" dirty="0">
                        <a:solidFill>
                          <a:srgbClr val="FF000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300" dirty="0">
                          <a:latin typeface="Century Gothic" panose="020B0502020202020204" pitchFamily="34" charset="0"/>
                        </a:rPr>
                        <a:t>https://revistas.juridicas.unam.mx/index.php/derecho-comparado/article/view/3545/4240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163261"/>
                  </a:ext>
                </a:extLst>
              </a:tr>
              <a:tr h="1157934">
                <a:tc>
                  <a:txBody>
                    <a:bodyPr/>
                    <a:lstStyle/>
                    <a:p>
                      <a:pPr algn="just"/>
                      <a:r>
                        <a:rPr lang="es-ES" sz="1300" dirty="0">
                          <a:latin typeface="Century Gothic" panose="020B0502020202020204" pitchFamily="34" charset="0"/>
                        </a:rPr>
                        <a:t>Naturaleza jurídica y funciones del derecho humano a internet. (Revistas del IIJ-UNAM)</a:t>
                      </a:r>
                      <a:endParaRPr lang="es-MX" sz="13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300" dirty="0">
                          <a:latin typeface="Century Gothic" panose="020B0502020202020204" pitchFamily="34" charset="0"/>
                        </a:rPr>
                        <a:t>Un análisis profundo sobre por qué el acceso a internet debe ser considerado un derecho instrumental, conectando directamente con tu discusión sobre la Brecha Digital.</a:t>
                      </a:r>
                      <a:endParaRPr lang="es-MX" sz="13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300" dirty="0">
                          <a:latin typeface="Century Gothic" panose="020B0502020202020204" pitchFamily="34" charset="0"/>
                        </a:rPr>
                        <a:t>https://revistas.juridicas.unam.mx/index.php/derecho-comparado/article/view/15628/16578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643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392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IA UNIDAD 1</Template>
  <TotalTime>99</TotalTime>
  <Words>314</Words>
  <Application>Microsoft Office PowerPoint</Application>
  <PresentationFormat>Panorámica</PresentationFormat>
  <Paragraphs>21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Century Gothic</vt:lpstr>
      <vt:lpstr>Tema de Office</vt:lpstr>
      <vt:lpstr>El Conflicto de la Velocidad</vt:lpstr>
      <vt:lpstr>Alcances: El Fin de las Fronteras</vt:lpstr>
      <vt:lpstr>La Ley como Control Social</vt:lpstr>
      <vt:lpstr>El "Vacío Legal" en Acción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Conflicto de la Velocidad</dc:title>
  <dc:creator>GERARDO ROBERTO ARAGÓN GONZÁLEZ</dc:creator>
  <cp:lastModifiedBy>GERARDO ROBERTO ARAGÓN GONZÁLEZ</cp:lastModifiedBy>
  <cp:revision>1</cp:revision>
  <dcterms:created xsi:type="dcterms:W3CDTF">2025-10-05T02:18:56Z</dcterms:created>
  <dcterms:modified xsi:type="dcterms:W3CDTF">2025-10-06T05:35:53Z</dcterms:modified>
</cp:coreProperties>
</file>