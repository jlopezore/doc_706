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sldIdLst>
    <p:sldId id="275"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6" r:id="rId18"/>
    <p:sldId id="277" r:id="rId19"/>
    <p:sldId id="278" r:id="rId20"/>
    <p:sldId id="279" r:id="rId21"/>
    <p:sldId id="280" r:id="rId22"/>
    <p:sldId id="271" r:id="rId23"/>
    <p:sldId id="272" r:id="rId24"/>
    <p:sldId id="273" r:id="rId25"/>
    <p:sldId id="274"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A1A734-0338-48D8-8B00-8261113B9DAD}" v="16" dt="2025-10-20T07:00:58.2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55" autoAdjust="0"/>
    <p:restoredTop sz="94660"/>
  </p:normalViewPr>
  <p:slideViewPr>
    <p:cSldViewPr snapToGrid="0">
      <p:cViewPr varScale="1">
        <p:scale>
          <a:sx n="64" d="100"/>
          <a:sy n="64" d="100"/>
        </p:scale>
        <p:origin x="98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RDO ROBERTO ARAGÓN GONZÁLEZ" userId="08711c7df194d5de" providerId="LiveId" clId="{88A1A734-0338-48D8-8B00-8261113B9DAD}"/>
    <pc:docChg chg="undo custSel addSld delSld modSld sldOrd">
      <pc:chgData name="GERARDO ROBERTO ARAGÓN GONZÁLEZ" userId="08711c7df194d5de" providerId="LiveId" clId="{88A1A734-0338-48D8-8B00-8261113B9DAD}" dt="2025-10-20T07:01:07.060" v="215" actId="20577"/>
      <pc:docMkLst>
        <pc:docMk/>
      </pc:docMkLst>
      <pc:sldChg chg="addSp modSp mod">
        <pc:chgData name="GERARDO ROBERTO ARAGÓN GONZÁLEZ" userId="08711c7df194d5de" providerId="LiveId" clId="{88A1A734-0338-48D8-8B00-8261113B9DAD}" dt="2025-10-20T07:00:58.253" v="213"/>
        <pc:sldMkLst>
          <pc:docMk/>
          <pc:sldMk cId="1944296384" sldId="256"/>
        </pc:sldMkLst>
        <pc:spChg chg="mod">
          <ac:chgData name="GERARDO ROBERTO ARAGÓN GONZÁLEZ" userId="08711c7df194d5de" providerId="LiveId" clId="{88A1A734-0338-48D8-8B00-8261113B9DAD}" dt="2025-10-20T07:00:58.253" v="213"/>
          <ac:spMkLst>
            <pc:docMk/>
            <pc:sldMk cId="1944296384" sldId="256"/>
            <ac:spMk id="2" creationId="{A52C38ED-F37D-C24D-C4E9-34EF3F13499D}"/>
          </ac:spMkLst>
        </pc:spChg>
        <pc:spChg chg="mod">
          <ac:chgData name="GERARDO ROBERTO ARAGÓN GONZÁLEZ" userId="08711c7df194d5de" providerId="LiveId" clId="{88A1A734-0338-48D8-8B00-8261113B9DAD}" dt="2025-10-20T07:00:58.253" v="213"/>
          <ac:spMkLst>
            <pc:docMk/>
            <pc:sldMk cId="1944296384" sldId="256"/>
            <ac:spMk id="3" creationId="{215BF7B8-5B2A-AE2F-C78E-203FE35B932A}"/>
          </ac:spMkLst>
        </pc:spChg>
        <pc:picChg chg="add mod">
          <ac:chgData name="GERARDO ROBERTO ARAGÓN GONZÁLEZ" userId="08711c7df194d5de" providerId="LiveId" clId="{88A1A734-0338-48D8-8B00-8261113B9DAD}" dt="2025-10-20T06:18:00.964" v="112" actId="1076"/>
          <ac:picMkLst>
            <pc:docMk/>
            <pc:sldMk cId="1944296384" sldId="256"/>
            <ac:picMk id="4" creationId="{A4975186-3310-0DAF-52B6-D35971E9BCAD}"/>
          </ac:picMkLst>
        </pc:picChg>
      </pc:sldChg>
      <pc:sldChg chg="modSp mod">
        <pc:chgData name="GERARDO ROBERTO ARAGÓN GONZÁLEZ" userId="08711c7df194d5de" providerId="LiveId" clId="{88A1A734-0338-48D8-8B00-8261113B9DAD}" dt="2025-10-20T07:00:58.253" v="213"/>
        <pc:sldMkLst>
          <pc:docMk/>
          <pc:sldMk cId="1338375457" sldId="257"/>
        </pc:sldMkLst>
        <pc:spChg chg="mod">
          <ac:chgData name="GERARDO ROBERTO ARAGÓN GONZÁLEZ" userId="08711c7df194d5de" providerId="LiveId" clId="{88A1A734-0338-48D8-8B00-8261113B9DAD}" dt="2025-10-20T07:00:58.253" v="213"/>
          <ac:spMkLst>
            <pc:docMk/>
            <pc:sldMk cId="1338375457" sldId="257"/>
            <ac:spMk id="2" creationId="{9FF50DF0-8925-018A-BF64-07FC30463361}"/>
          </ac:spMkLst>
        </pc:spChg>
        <pc:spChg chg="mod">
          <ac:chgData name="GERARDO ROBERTO ARAGÓN GONZÁLEZ" userId="08711c7df194d5de" providerId="LiveId" clId="{88A1A734-0338-48D8-8B00-8261113B9DAD}" dt="2025-10-20T07:00:58.253" v="213"/>
          <ac:spMkLst>
            <pc:docMk/>
            <pc:sldMk cId="1338375457" sldId="257"/>
            <ac:spMk id="3" creationId="{CF3D917B-3C05-FCC9-D49D-88DE23FDBCD9}"/>
          </ac:spMkLst>
        </pc:spChg>
      </pc:sldChg>
      <pc:sldChg chg="modSp mod">
        <pc:chgData name="GERARDO ROBERTO ARAGÓN GONZÁLEZ" userId="08711c7df194d5de" providerId="LiveId" clId="{88A1A734-0338-48D8-8B00-8261113B9DAD}" dt="2025-10-20T07:00:58.253" v="213"/>
        <pc:sldMkLst>
          <pc:docMk/>
          <pc:sldMk cId="1565056640" sldId="258"/>
        </pc:sldMkLst>
        <pc:spChg chg="mod">
          <ac:chgData name="GERARDO ROBERTO ARAGÓN GONZÁLEZ" userId="08711c7df194d5de" providerId="LiveId" clId="{88A1A734-0338-48D8-8B00-8261113B9DAD}" dt="2025-10-20T07:00:58.253" v="213"/>
          <ac:spMkLst>
            <pc:docMk/>
            <pc:sldMk cId="1565056640" sldId="258"/>
            <ac:spMk id="2" creationId="{1799EC07-BBF0-CF6C-38C1-1790345F1F03}"/>
          </ac:spMkLst>
        </pc:spChg>
        <pc:spChg chg="mod">
          <ac:chgData name="GERARDO ROBERTO ARAGÓN GONZÁLEZ" userId="08711c7df194d5de" providerId="LiveId" clId="{88A1A734-0338-48D8-8B00-8261113B9DAD}" dt="2025-10-20T07:00:58.253" v="213"/>
          <ac:spMkLst>
            <pc:docMk/>
            <pc:sldMk cId="1565056640" sldId="258"/>
            <ac:spMk id="3" creationId="{9B620567-B507-F49A-7E84-307E07F32577}"/>
          </ac:spMkLst>
        </pc:spChg>
      </pc:sldChg>
      <pc:sldChg chg="addSp modSp mod">
        <pc:chgData name="GERARDO ROBERTO ARAGÓN GONZÁLEZ" userId="08711c7df194d5de" providerId="LiveId" clId="{88A1A734-0338-48D8-8B00-8261113B9DAD}" dt="2025-10-20T07:00:58.253" v="213"/>
        <pc:sldMkLst>
          <pc:docMk/>
          <pc:sldMk cId="4216942133" sldId="259"/>
        </pc:sldMkLst>
        <pc:spChg chg="mod">
          <ac:chgData name="GERARDO ROBERTO ARAGÓN GONZÁLEZ" userId="08711c7df194d5de" providerId="LiveId" clId="{88A1A734-0338-48D8-8B00-8261113B9DAD}" dt="2025-10-20T07:00:58.253" v="213"/>
          <ac:spMkLst>
            <pc:docMk/>
            <pc:sldMk cId="4216942133" sldId="259"/>
            <ac:spMk id="2" creationId="{F2215B3D-AA35-D2BF-8454-8070D957695B}"/>
          </ac:spMkLst>
        </pc:spChg>
        <pc:spChg chg="mod">
          <ac:chgData name="GERARDO ROBERTO ARAGÓN GONZÁLEZ" userId="08711c7df194d5de" providerId="LiveId" clId="{88A1A734-0338-48D8-8B00-8261113B9DAD}" dt="2025-10-20T07:00:58.253" v="213"/>
          <ac:spMkLst>
            <pc:docMk/>
            <pc:sldMk cId="4216942133" sldId="259"/>
            <ac:spMk id="3" creationId="{8AAC3716-9D87-E6E8-60F0-23B34ADD34F7}"/>
          </ac:spMkLst>
        </pc:spChg>
        <pc:picChg chg="add mod">
          <ac:chgData name="GERARDO ROBERTO ARAGÓN GONZÁLEZ" userId="08711c7df194d5de" providerId="LiveId" clId="{88A1A734-0338-48D8-8B00-8261113B9DAD}" dt="2025-10-20T06:18:59.548" v="114" actId="1076"/>
          <ac:picMkLst>
            <pc:docMk/>
            <pc:sldMk cId="4216942133" sldId="259"/>
            <ac:picMk id="4" creationId="{E4E798A0-AC08-3FD9-C1C7-BEF51E06BCC4}"/>
          </ac:picMkLst>
        </pc:picChg>
      </pc:sldChg>
      <pc:sldChg chg="modSp mod">
        <pc:chgData name="GERARDO ROBERTO ARAGÓN GONZÁLEZ" userId="08711c7df194d5de" providerId="LiveId" clId="{88A1A734-0338-48D8-8B00-8261113B9DAD}" dt="2025-10-20T07:00:58.253" v="213"/>
        <pc:sldMkLst>
          <pc:docMk/>
          <pc:sldMk cId="449149299" sldId="260"/>
        </pc:sldMkLst>
        <pc:spChg chg="mod">
          <ac:chgData name="GERARDO ROBERTO ARAGÓN GONZÁLEZ" userId="08711c7df194d5de" providerId="LiveId" clId="{88A1A734-0338-48D8-8B00-8261113B9DAD}" dt="2025-10-20T07:00:58.253" v="213"/>
          <ac:spMkLst>
            <pc:docMk/>
            <pc:sldMk cId="449149299" sldId="260"/>
            <ac:spMk id="2" creationId="{ADE34E91-846A-578D-BF57-77F98F8F96AF}"/>
          </ac:spMkLst>
        </pc:spChg>
        <pc:spChg chg="mod">
          <ac:chgData name="GERARDO ROBERTO ARAGÓN GONZÁLEZ" userId="08711c7df194d5de" providerId="LiveId" clId="{88A1A734-0338-48D8-8B00-8261113B9DAD}" dt="2025-10-20T07:00:58.253" v="213"/>
          <ac:spMkLst>
            <pc:docMk/>
            <pc:sldMk cId="449149299" sldId="260"/>
            <ac:spMk id="3" creationId="{6F65ED7C-F085-E45A-4BE8-1004E48A0DA7}"/>
          </ac:spMkLst>
        </pc:spChg>
      </pc:sldChg>
      <pc:sldChg chg="modSp mod">
        <pc:chgData name="GERARDO ROBERTO ARAGÓN GONZÁLEZ" userId="08711c7df194d5de" providerId="LiveId" clId="{88A1A734-0338-48D8-8B00-8261113B9DAD}" dt="2025-10-20T07:00:58.253" v="213"/>
        <pc:sldMkLst>
          <pc:docMk/>
          <pc:sldMk cId="278526403" sldId="261"/>
        </pc:sldMkLst>
        <pc:spChg chg="mod">
          <ac:chgData name="GERARDO ROBERTO ARAGÓN GONZÁLEZ" userId="08711c7df194d5de" providerId="LiveId" clId="{88A1A734-0338-48D8-8B00-8261113B9DAD}" dt="2025-10-20T07:00:58.253" v="213"/>
          <ac:spMkLst>
            <pc:docMk/>
            <pc:sldMk cId="278526403" sldId="261"/>
            <ac:spMk id="2" creationId="{8F4A9BAC-D210-8C6C-F177-419D41BF5651}"/>
          </ac:spMkLst>
        </pc:spChg>
        <pc:spChg chg="mod">
          <ac:chgData name="GERARDO ROBERTO ARAGÓN GONZÁLEZ" userId="08711c7df194d5de" providerId="LiveId" clId="{88A1A734-0338-48D8-8B00-8261113B9DAD}" dt="2025-10-20T07:00:58.253" v="213"/>
          <ac:spMkLst>
            <pc:docMk/>
            <pc:sldMk cId="278526403" sldId="261"/>
            <ac:spMk id="3" creationId="{06586789-4259-2373-ED9C-941F29554AEA}"/>
          </ac:spMkLst>
        </pc:spChg>
      </pc:sldChg>
      <pc:sldChg chg="addSp modSp mod">
        <pc:chgData name="GERARDO ROBERTO ARAGÓN GONZÁLEZ" userId="08711c7df194d5de" providerId="LiveId" clId="{88A1A734-0338-48D8-8B00-8261113B9DAD}" dt="2025-10-20T07:00:58.253" v="213"/>
        <pc:sldMkLst>
          <pc:docMk/>
          <pc:sldMk cId="1182247344" sldId="262"/>
        </pc:sldMkLst>
        <pc:spChg chg="mod">
          <ac:chgData name="GERARDO ROBERTO ARAGÓN GONZÁLEZ" userId="08711c7df194d5de" providerId="LiveId" clId="{88A1A734-0338-48D8-8B00-8261113B9DAD}" dt="2025-10-20T07:00:58.253" v="213"/>
          <ac:spMkLst>
            <pc:docMk/>
            <pc:sldMk cId="1182247344" sldId="262"/>
            <ac:spMk id="2" creationId="{8FBD58B5-4794-4A65-3644-2149BDDBB3C5}"/>
          </ac:spMkLst>
        </pc:spChg>
        <pc:spChg chg="mod">
          <ac:chgData name="GERARDO ROBERTO ARAGÓN GONZÁLEZ" userId="08711c7df194d5de" providerId="LiveId" clId="{88A1A734-0338-48D8-8B00-8261113B9DAD}" dt="2025-10-20T07:00:58.253" v="213"/>
          <ac:spMkLst>
            <pc:docMk/>
            <pc:sldMk cId="1182247344" sldId="262"/>
            <ac:spMk id="3" creationId="{694F597A-8E73-DBDE-A3A7-29C212563684}"/>
          </ac:spMkLst>
        </pc:spChg>
        <pc:picChg chg="add mod">
          <ac:chgData name="GERARDO ROBERTO ARAGÓN GONZÁLEZ" userId="08711c7df194d5de" providerId="LiveId" clId="{88A1A734-0338-48D8-8B00-8261113B9DAD}" dt="2025-10-20T06:20:35.117" v="116" actId="1076"/>
          <ac:picMkLst>
            <pc:docMk/>
            <pc:sldMk cId="1182247344" sldId="262"/>
            <ac:picMk id="4" creationId="{CE964696-5AAC-19E3-110C-B4BD52D44877}"/>
          </ac:picMkLst>
        </pc:picChg>
      </pc:sldChg>
      <pc:sldChg chg="modSp mod">
        <pc:chgData name="GERARDO ROBERTO ARAGÓN GONZÁLEZ" userId="08711c7df194d5de" providerId="LiveId" clId="{88A1A734-0338-48D8-8B00-8261113B9DAD}" dt="2025-10-20T07:00:58.253" v="213"/>
        <pc:sldMkLst>
          <pc:docMk/>
          <pc:sldMk cId="3139970165" sldId="263"/>
        </pc:sldMkLst>
        <pc:spChg chg="mod">
          <ac:chgData name="GERARDO ROBERTO ARAGÓN GONZÁLEZ" userId="08711c7df194d5de" providerId="LiveId" clId="{88A1A734-0338-48D8-8B00-8261113B9DAD}" dt="2025-10-20T07:00:58.253" v="213"/>
          <ac:spMkLst>
            <pc:docMk/>
            <pc:sldMk cId="3139970165" sldId="263"/>
            <ac:spMk id="2" creationId="{5FDDB4CF-89BC-DBDB-2AD9-1E76DC407EBB}"/>
          </ac:spMkLst>
        </pc:spChg>
        <pc:spChg chg="mod">
          <ac:chgData name="GERARDO ROBERTO ARAGÓN GONZÁLEZ" userId="08711c7df194d5de" providerId="LiveId" clId="{88A1A734-0338-48D8-8B00-8261113B9DAD}" dt="2025-10-20T07:00:58.253" v="213"/>
          <ac:spMkLst>
            <pc:docMk/>
            <pc:sldMk cId="3139970165" sldId="263"/>
            <ac:spMk id="3" creationId="{E8174FF8-E945-9242-68CC-25211D0340AD}"/>
          </ac:spMkLst>
        </pc:spChg>
      </pc:sldChg>
      <pc:sldChg chg="modSp mod">
        <pc:chgData name="GERARDO ROBERTO ARAGÓN GONZÁLEZ" userId="08711c7df194d5de" providerId="LiveId" clId="{88A1A734-0338-48D8-8B00-8261113B9DAD}" dt="2025-10-20T07:00:58.253" v="213"/>
        <pc:sldMkLst>
          <pc:docMk/>
          <pc:sldMk cId="2546884585" sldId="264"/>
        </pc:sldMkLst>
        <pc:spChg chg="mod">
          <ac:chgData name="GERARDO ROBERTO ARAGÓN GONZÁLEZ" userId="08711c7df194d5de" providerId="LiveId" clId="{88A1A734-0338-48D8-8B00-8261113B9DAD}" dt="2025-10-20T07:00:58.253" v="213"/>
          <ac:spMkLst>
            <pc:docMk/>
            <pc:sldMk cId="2546884585" sldId="264"/>
            <ac:spMk id="2" creationId="{12C25476-C56C-6B81-3CCB-F49CA5A56591}"/>
          </ac:spMkLst>
        </pc:spChg>
        <pc:spChg chg="mod">
          <ac:chgData name="GERARDO ROBERTO ARAGÓN GONZÁLEZ" userId="08711c7df194d5de" providerId="LiveId" clId="{88A1A734-0338-48D8-8B00-8261113B9DAD}" dt="2025-10-20T07:00:58.253" v="213"/>
          <ac:spMkLst>
            <pc:docMk/>
            <pc:sldMk cId="2546884585" sldId="264"/>
            <ac:spMk id="3" creationId="{4BB9FB49-65B1-B704-00A3-807F28C285D4}"/>
          </ac:spMkLst>
        </pc:spChg>
      </pc:sldChg>
      <pc:sldChg chg="addSp modSp mod">
        <pc:chgData name="GERARDO ROBERTO ARAGÓN GONZÁLEZ" userId="08711c7df194d5de" providerId="LiveId" clId="{88A1A734-0338-48D8-8B00-8261113B9DAD}" dt="2025-10-20T07:00:58.253" v="213"/>
        <pc:sldMkLst>
          <pc:docMk/>
          <pc:sldMk cId="2967128298" sldId="265"/>
        </pc:sldMkLst>
        <pc:spChg chg="mod">
          <ac:chgData name="GERARDO ROBERTO ARAGÓN GONZÁLEZ" userId="08711c7df194d5de" providerId="LiveId" clId="{88A1A734-0338-48D8-8B00-8261113B9DAD}" dt="2025-10-20T07:00:58.253" v="213"/>
          <ac:spMkLst>
            <pc:docMk/>
            <pc:sldMk cId="2967128298" sldId="265"/>
            <ac:spMk id="2" creationId="{ECAF7D7C-8C66-A9EC-C7DB-C803C4FDF67A}"/>
          </ac:spMkLst>
        </pc:spChg>
        <pc:spChg chg="mod">
          <ac:chgData name="GERARDO ROBERTO ARAGÓN GONZÁLEZ" userId="08711c7df194d5de" providerId="LiveId" clId="{88A1A734-0338-48D8-8B00-8261113B9DAD}" dt="2025-10-20T07:00:58.253" v="213"/>
          <ac:spMkLst>
            <pc:docMk/>
            <pc:sldMk cId="2967128298" sldId="265"/>
            <ac:spMk id="3" creationId="{EF6A4E90-7D0E-24F7-9F79-43C1097D0158}"/>
          </ac:spMkLst>
        </pc:spChg>
        <pc:picChg chg="add mod">
          <ac:chgData name="GERARDO ROBERTO ARAGÓN GONZÁLEZ" userId="08711c7df194d5de" providerId="LiveId" clId="{88A1A734-0338-48D8-8B00-8261113B9DAD}" dt="2025-10-20T06:21:49.027" v="118" actId="1076"/>
          <ac:picMkLst>
            <pc:docMk/>
            <pc:sldMk cId="2967128298" sldId="265"/>
            <ac:picMk id="4" creationId="{3CA8B68E-CCF8-C763-90A4-ACB5403513A7}"/>
          </ac:picMkLst>
        </pc:picChg>
      </pc:sldChg>
      <pc:sldChg chg="modSp mod">
        <pc:chgData name="GERARDO ROBERTO ARAGÓN GONZÁLEZ" userId="08711c7df194d5de" providerId="LiveId" clId="{88A1A734-0338-48D8-8B00-8261113B9DAD}" dt="2025-10-20T07:00:58.253" v="213"/>
        <pc:sldMkLst>
          <pc:docMk/>
          <pc:sldMk cId="2633094647" sldId="266"/>
        </pc:sldMkLst>
        <pc:spChg chg="mod">
          <ac:chgData name="GERARDO ROBERTO ARAGÓN GONZÁLEZ" userId="08711c7df194d5de" providerId="LiveId" clId="{88A1A734-0338-48D8-8B00-8261113B9DAD}" dt="2025-10-20T07:00:58.253" v="213"/>
          <ac:spMkLst>
            <pc:docMk/>
            <pc:sldMk cId="2633094647" sldId="266"/>
            <ac:spMk id="2" creationId="{A17041C6-5A22-1AEF-A665-4EB9B3E5DB53}"/>
          </ac:spMkLst>
        </pc:spChg>
        <pc:spChg chg="mod">
          <ac:chgData name="GERARDO ROBERTO ARAGÓN GONZÁLEZ" userId="08711c7df194d5de" providerId="LiveId" clId="{88A1A734-0338-48D8-8B00-8261113B9DAD}" dt="2025-10-20T07:00:58.253" v="213"/>
          <ac:spMkLst>
            <pc:docMk/>
            <pc:sldMk cId="2633094647" sldId="266"/>
            <ac:spMk id="3" creationId="{36F50178-50CE-053C-525D-634BC3A407CC}"/>
          </ac:spMkLst>
        </pc:spChg>
      </pc:sldChg>
      <pc:sldChg chg="addSp modSp mod">
        <pc:chgData name="GERARDO ROBERTO ARAGÓN GONZÁLEZ" userId="08711c7df194d5de" providerId="LiveId" clId="{88A1A734-0338-48D8-8B00-8261113B9DAD}" dt="2025-10-20T07:00:58.253" v="213"/>
        <pc:sldMkLst>
          <pc:docMk/>
          <pc:sldMk cId="1961210330" sldId="267"/>
        </pc:sldMkLst>
        <pc:spChg chg="mod">
          <ac:chgData name="GERARDO ROBERTO ARAGÓN GONZÁLEZ" userId="08711c7df194d5de" providerId="LiveId" clId="{88A1A734-0338-48D8-8B00-8261113B9DAD}" dt="2025-10-20T07:00:58.253" v="213"/>
          <ac:spMkLst>
            <pc:docMk/>
            <pc:sldMk cId="1961210330" sldId="267"/>
            <ac:spMk id="2" creationId="{A53FE447-6FE7-029E-9217-3D2510327A53}"/>
          </ac:spMkLst>
        </pc:spChg>
        <pc:spChg chg="mod">
          <ac:chgData name="GERARDO ROBERTO ARAGÓN GONZÁLEZ" userId="08711c7df194d5de" providerId="LiveId" clId="{88A1A734-0338-48D8-8B00-8261113B9DAD}" dt="2025-10-20T07:00:58.253" v="213"/>
          <ac:spMkLst>
            <pc:docMk/>
            <pc:sldMk cId="1961210330" sldId="267"/>
            <ac:spMk id="3" creationId="{51EEC5D4-8CAB-F276-FD92-9C90248433E3}"/>
          </ac:spMkLst>
        </pc:spChg>
        <pc:picChg chg="add mod">
          <ac:chgData name="GERARDO ROBERTO ARAGÓN GONZÁLEZ" userId="08711c7df194d5de" providerId="LiveId" clId="{88A1A734-0338-48D8-8B00-8261113B9DAD}" dt="2025-10-20T06:23:03.356" v="120" actId="1076"/>
          <ac:picMkLst>
            <pc:docMk/>
            <pc:sldMk cId="1961210330" sldId="267"/>
            <ac:picMk id="4" creationId="{7E3EC2C2-D361-4198-3EE6-7BECBB1D7F4E}"/>
          </ac:picMkLst>
        </pc:picChg>
      </pc:sldChg>
      <pc:sldChg chg="modSp mod">
        <pc:chgData name="GERARDO ROBERTO ARAGÓN GONZÁLEZ" userId="08711c7df194d5de" providerId="LiveId" clId="{88A1A734-0338-48D8-8B00-8261113B9DAD}" dt="2025-10-20T07:00:58.253" v="213"/>
        <pc:sldMkLst>
          <pc:docMk/>
          <pc:sldMk cId="661739553" sldId="268"/>
        </pc:sldMkLst>
        <pc:spChg chg="mod">
          <ac:chgData name="GERARDO ROBERTO ARAGÓN GONZÁLEZ" userId="08711c7df194d5de" providerId="LiveId" clId="{88A1A734-0338-48D8-8B00-8261113B9DAD}" dt="2025-10-20T07:00:58.253" v="213"/>
          <ac:spMkLst>
            <pc:docMk/>
            <pc:sldMk cId="661739553" sldId="268"/>
            <ac:spMk id="2" creationId="{0FE9026A-CE90-9079-BA00-4DD4B6F165AF}"/>
          </ac:spMkLst>
        </pc:spChg>
        <pc:spChg chg="mod">
          <ac:chgData name="GERARDO ROBERTO ARAGÓN GONZÁLEZ" userId="08711c7df194d5de" providerId="LiveId" clId="{88A1A734-0338-48D8-8B00-8261113B9DAD}" dt="2025-10-20T07:00:58.253" v="213"/>
          <ac:spMkLst>
            <pc:docMk/>
            <pc:sldMk cId="661739553" sldId="268"/>
            <ac:spMk id="3" creationId="{F949B099-2EBB-9947-2F0D-92168DA799EC}"/>
          </ac:spMkLst>
        </pc:spChg>
      </pc:sldChg>
      <pc:sldChg chg="addSp modSp mod">
        <pc:chgData name="GERARDO ROBERTO ARAGÓN GONZÁLEZ" userId="08711c7df194d5de" providerId="LiveId" clId="{88A1A734-0338-48D8-8B00-8261113B9DAD}" dt="2025-10-20T07:00:58.253" v="213"/>
        <pc:sldMkLst>
          <pc:docMk/>
          <pc:sldMk cId="1920379588" sldId="269"/>
        </pc:sldMkLst>
        <pc:spChg chg="mod">
          <ac:chgData name="GERARDO ROBERTO ARAGÓN GONZÁLEZ" userId="08711c7df194d5de" providerId="LiveId" clId="{88A1A734-0338-48D8-8B00-8261113B9DAD}" dt="2025-10-20T07:00:58.253" v="213"/>
          <ac:spMkLst>
            <pc:docMk/>
            <pc:sldMk cId="1920379588" sldId="269"/>
            <ac:spMk id="2" creationId="{1E39B0A6-85ED-DD5A-2BB1-6FE7260D6393}"/>
          </ac:spMkLst>
        </pc:spChg>
        <pc:spChg chg="mod">
          <ac:chgData name="GERARDO ROBERTO ARAGÓN GONZÁLEZ" userId="08711c7df194d5de" providerId="LiveId" clId="{88A1A734-0338-48D8-8B00-8261113B9DAD}" dt="2025-10-20T07:00:58.253" v="213"/>
          <ac:spMkLst>
            <pc:docMk/>
            <pc:sldMk cId="1920379588" sldId="269"/>
            <ac:spMk id="3" creationId="{DA6D555E-A04E-9401-D8C8-5617D2567CD6}"/>
          </ac:spMkLst>
        </pc:spChg>
        <pc:picChg chg="add mod">
          <ac:chgData name="GERARDO ROBERTO ARAGÓN GONZÁLEZ" userId="08711c7df194d5de" providerId="LiveId" clId="{88A1A734-0338-48D8-8B00-8261113B9DAD}" dt="2025-10-20T06:25:05.136" v="122" actId="1076"/>
          <ac:picMkLst>
            <pc:docMk/>
            <pc:sldMk cId="1920379588" sldId="269"/>
            <ac:picMk id="4" creationId="{D4CA5F88-2F5B-13A9-1BE1-50D6086EE8D5}"/>
          </ac:picMkLst>
        </pc:picChg>
      </pc:sldChg>
      <pc:sldChg chg="modSp mod">
        <pc:chgData name="GERARDO ROBERTO ARAGÓN GONZÁLEZ" userId="08711c7df194d5de" providerId="LiveId" clId="{88A1A734-0338-48D8-8B00-8261113B9DAD}" dt="2025-10-20T07:00:58.253" v="213"/>
        <pc:sldMkLst>
          <pc:docMk/>
          <pc:sldMk cId="349883078" sldId="270"/>
        </pc:sldMkLst>
        <pc:spChg chg="mod">
          <ac:chgData name="GERARDO ROBERTO ARAGÓN GONZÁLEZ" userId="08711c7df194d5de" providerId="LiveId" clId="{88A1A734-0338-48D8-8B00-8261113B9DAD}" dt="2025-10-20T07:00:58.253" v="213"/>
          <ac:spMkLst>
            <pc:docMk/>
            <pc:sldMk cId="349883078" sldId="270"/>
            <ac:spMk id="2" creationId="{39265CBA-4025-727D-7070-9481438BD066}"/>
          </ac:spMkLst>
        </pc:spChg>
        <pc:spChg chg="mod">
          <ac:chgData name="GERARDO ROBERTO ARAGÓN GONZÁLEZ" userId="08711c7df194d5de" providerId="LiveId" clId="{88A1A734-0338-48D8-8B00-8261113B9DAD}" dt="2025-10-20T07:00:58.253" v="213"/>
          <ac:spMkLst>
            <pc:docMk/>
            <pc:sldMk cId="349883078" sldId="270"/>
            <ac:spMk id="3" creationId="{E9F5B979-A28C-2AB4-B5D3-D36618E9DA7B}"/>
          </ac:spMkLst>
        </pc:spChg>
      </pc:sldChg>
      <pc:sldChg chg="modSp mod">
        <pc:chgData name="GERARDO ROBERTO ARAGÓN GONZÁLEZ" userId="08711c7df194d5de" providerId="LiveId" clId="{88A1A734-0338-48D8-8B00-8261113B9DAD}" dt="2025-10-20T07:00:58.253" v="213"/>
        <pc:sldMkLst>
          <pc:docMk/>
          <pc:sldMk cId="1692062561" sldId="271"/>
        </pc:sldMkLst>
        <pc:spChg chg="mod">
          <ac:chgData name="GERARDO ROBERTO ARAGÓN GONZÁLEZ" userId="08711c7df194d5de" providerId="LiveId" clId="{88A1A734-0338-48D8-8B00-8261113B9DAD}" dt="2025-10-20T07:00:58.253" v="213"/>
          <ac:spMkLst>
            <pc:docMk/>
            <pc:sldMk cId="1692062561" sldId="271"/>
            <ac:spMk id="2" creationId="{D65036B9-6DB3-89B4-2AA6-6D960E431E09}"/>
          </ac:spMkLst>
        </pc:spChg>
        <pc:spChg chg="mod">
          <ac:chgData name="GERARDO ROBERTO ARAGÓN GONZÁLEZ" userId="08711c7df194d5de" providerId="LiveId" clId="{88A1A734-0338-48D8-8B00-8261113B9DAD}" dt="2025-10-20T07:00:58.253" v="213"/>
          <ac:spMkLst>
            <pc:docMk/>
            <pc:sldMk cId="1692062561" sldId="271"/>
            <ac:spMk id="3" creationId="{A83B46C9-CCE8-AD00-D24F-439832D3E074}"/>
          </ac:spMkLst>
        </pc:spChg>
      </pc:sldChg>
      <pc:sldChg chg="modSp mod">
        <pc:chgData name="GERARDO ROBERTO ARAGÓN GONZÁLEZ" userId="08711c7df194d5de" providerId="LiveId" clId="{88A1A734-0338-48D8-8B00-8261113B9DAD}" dt="2025-10-20T07:00:58.253" v="213"/>
        <pc:sldMkLst>
          <pc:docMk/>
          <pc:sldMk cId="1070527069" sldId="272"/>
        </pc:sldMkLst>
        <pc:spChg chg="mod">
          <ac:chgData name="GERARDO ROBERTO ARAGÓN GONZÁLEZ" userId="08711c7df194d5de" providerId="LiveId" clId="{88A1A734-0338-48D8-8B00-8261113B9DAD}" dt="2025-10-20T07:00:58.253" v="213"/>
          <ac:spMkLst>
            <pc:docMk/>
            <pc:sldMk cId="1070527069" sldId="272"/>
            <ac:spMk id="2" creationId="{20772524-FD0D-C4DF-08EC-6281FF5BC276}"/>
          </ac:spMkLst>
        </pc:spChg>
        <pc:spChg chg="mod">
          <ac:chgData name="GERARDO ROBERTO ARAGÓN GONZÁLEZ" userId="08711c7df194d5de" providerId="LiveId" clId="{88A1A734-0338-48D8-8B00-8261113B9DAD}" dt="2025-10-20T07:00:58.253" v="213"/>
          <ac:spMkLst>
            <pc:docMk/>
            <pc:sldMk cId="1070527069" sldId="272"/>
            <ac:spMk id="3" creationId="{7ABAA499-2B4C-5168-1439-C53E6E3A3881}"/>
          </ac:spMkLst>
        </pc:spChg>
      </pc:sldChg>
      <pc:sldChg chg="modSp mod">
        <pc:chgData name="GERARDO ROBERTO ARAGÓN GONZÁLEZ" userId="08711c7df194d5de" providerId="LiveId" clId="{88A1A734-0338-48D8-8B00-8261113B9DAD}" dt="2025-10-20T07:00:58.253" v="213"/>
        <pc:sldMkLst>
          <pc:docMk/>
          <pc:sldMk cId="454891865" sldId="273"/>
        </pc:sldMkLst>
        <pc:spChg chg="mod">
          <ac:chgData name="GERARDO ROBERTO ARAGÓN GONZÁLEZ" userId="08711c7df194d5de" providerId="LiveId" clId="{88A1A734-0338-48D8-8B00-8261113B9DAD}" dt="2025-10-20T07:00:58.253" v="213"/>
          <ac:spMkLst>
            <pc:docMk/>
            <pc:sldMk cId="454891865" sldId="273"/>
            <ac:spMk id="2" creationId="{FAE8134F-4BAB-52DE-3BB7-B41D50D602FB}"/>
          </ac:spMkLst>
        </pc:spChg>
        <pc:spChg chg="mod">
          <ac:chgData name="GERARDO ROBERTO ARAGÓN GONZÁLEZ" userId="08711c7df194d5de" providerId="LiveId" clId="{88A1A734-0338-48D8-8B00-8261113B9DAD}" dt="2025-10-20T07:00:58.253" v="213"/>
          <ac:spMkLst>
            <pc:docMk/>
            <pc:sldMk cId="454891865" sldId="273"/>
            <ac:spMk id="3" creationId="{759655A5-F303-DBCB-5E14-4B43B202499B}"/>
          </ac:spMkLst>
        </pc:spChg>
      </pc:sldChg>
      <pc:sldChg chg="modSp mod">
        <pc:chgData name="GERARDO ROBERTO ARAGÓN GONZÁLEZ" userId="08711c7df194d5de" providerId="LiveId" clId="{88A1A734-0338-48D8-8B00-8261113B9DAD}" dt="2025-10-20T07:00:58.253" v="213"/>
        <pc:sldMkLst>
          <pc:docMk/>
          <pc:sldMk cId="3561654444" sldId="274"/>
        </pc:sldMkLst>
        <pc:spChg chg="mod">
          <ac:chgData name="GERARDO ROBERTO ARAGÓN GONZÁLEZ" userId="08711c7df194d5de" providerId="LiveId" clId="{88A1A734-0338-48D8-8B00-8261113B9DAD}" dt="2025-10-20T07:00:58.253" v="213"/>
          <ac:spMkLst>
            <pc:docMk/>
            <pc:sldMk cId="3561654444" sldId="274"/>
            <ac:spMk id="2" creationId="{B3567765-4F0B-1599-5659-13E0C01566F0}"/>
          </ac:spMkLst>
        </pc:spChg>
        <pc:spChg chg="mod">
          <ac:chgData name="GERARDO ROBERTO ARAGÓN GONZÁLEZ" userId="08711c7df194d5de" providerId="LiveId" clId="{88A1A734-0338-48D8-8B00-8261113B9DAD}" dt="2025-10-20T07:00:58.253" v="213"/>
          <ac:spMkLst>
            <pc:docMk/>
            <pc:sldMk cId="3561654444" sldId="274"/>
            <ac:spMk id="3" creationId="{42CAF581-1AE3-89D8-19C5-D48218C0841B}"/>
          </ac:spMkLst>
        </pc:spChg>
      </pc:sldChg>
      <pc:sldChg chg="delSp modSp new mod ord">
        <pc:chgData name="GERARDO ROBERTO ARAGÓN GONZÁLEZ" userId="08711c7df194d5de" providerId="LiveId" clId="{88A1A734-0338-48D8-8B00-8261113B9DAD}" dt="2025-10-20T07:01:07.060" v="215" actId="20577"/>
        <pc:sldMkLst>
          <pc:docMk/>
          <pc:sldMk cId="1744747191" sldId="275"/>
        </pc:sldMkLst>
        <pc:spChg chg="del mod">
          <ac:chgData name="GERARDO ROBERTO ARAGÓN GONZÁLEZ" userId="08711c7df194d5de" providerId="LiveId" clId="{88A1A734-0338-48D8-8B00-8261113B9DAD}" dt="2025-10-20T07:00:38.007" v="210" actId="21"/>
          <ac:spMkLst>
            <pc:docMk/>
            <pc:sldMk cId="1744747191" sldId="275"/>
            <ac:spMk id="2" creationId="{ADC1B2B8-31B8-11B5-5784-2C1AFB97A272}"/>
          </ac:spMkLst>
        </pc:spChg>
        <pc:spChg chg="mod">
          <ac:chgData name="GERARDO ROBERTO ARAGÓN GONZÁLEZ" userId="08711c7df194d5de" providerId="LiveId" clId="{88A1A734-0338-48D8-8B00-8261113B9DAD}" dt="2025-10-20T07:01:07.060" v="215" actId="20577"/>
          <ac:spMkLst>
            <pc:docMk/>
            <pc:sldMk cId="1744747191" sldId="275"/>
            <ac:spMk id="3" creationId="{E744256F-7917-90AA-5B3E-C81D6671EBB5}"/>
          </ac:spMkLst>
        </pc:spChg>
      </pc:sldChg>
      <pc:sldChg chg="delSp modSp new mod">
        <pc:chgData name="GERARDO ROBERTO ARAGÓN GONZÁLEZ" userId="08711c7df194d5de" providerId="LiveId" clId="{88A1A734-0338-48D8-8B00-8261113B9DAD}" dt="2025-10-20T06:35:41.090" v="165" actId="20577"/>
        <pc:sldMkLst>
          <pc:docMk/>
          <pc:sldMk cId="2101333644" sldId="276"/>
        </pc:sldMkLst>
        <pc:spChg chg="del">
          <ac:chgData name="GERARDO ROBERTO ARAGÓN GONZÁLEZ" userId="08711c7df194d5de" providerId="LiveId" clId="{88A1A734-0338-48D8-8B00-8261113B9DAD}" dt="2025-10-20T06:29:28.291" v="126" actId="21"/>
          <ac:spMkLst>
            <pc:docMk/>
            <pc:sldMk cId="2101333644" sldId="276"/>
            <ac:spMk id="2" creationId="{47B9DBC8-B1B3-2335-7BF9-24A7E73F7689}"/>
          </ac:spMkLst>
        </pc:spChg>
        <pc:spChg chg="mod">
          <ac:chgData name="GERARDO ROBERTO ARAGÓN GONZÁLEZ" userId="08711c7df194d5de" providerId="LiveId" clId="{88A1A734-0338-48D8-8B00-8261113B9DAD}" dt="2025-10-20T06:35:41.090" v="165" actId="20577"/>
          <ac:spMkLst>
            <pc:docMk/>
            <pc:sldMk cId="2101333644" sldId="276"/>
            <ac:spMk id="3" creationId="{8CF1ED0D-41F1-C5CF-3136-A3746B906E81}"/>
          </ac:spMkLst>
        </pc:spChg>
      </pc:sldChg>
      <pc:sldChg chg="modSp add mod">
        <pc:chgData name="GERARDO ROBERTO ARAGÓN GONZÁLEZ" userId="08711c7df194d5de" providerId="LiveId" clId="{88A1A734-0338-48D8-8B00-8261113B9DAD}" dt="2025-10-20T06:32:21.443" v="153" actId="113"/>
        <pc:sldMkLst>
          <pc:docMk/>
          <pc:sldMk cId="127303190" sldId="277"/>
        </pc:sldMkLst>
        <pc:spChg chg="mod">
          <ac:chgData name="GERARDO ROBERTO ARAGÓN GONZÁLEZ" userId="08711c7df194d5de" providerId="LiveId" clId="{88A1A734-0338-48D8-8B00-8261113B9DAD}" dt="2025-10-20T06:32:21.443" v="153" actId="113"/>
          <ac:spMkLst>
            <pc:docMk/>
            <pc:sldMk cId="127303190" sldId="277"/>
            <ac:spMk id="3" creationId="{8CF1ED0D-41F1-C5CF-3136-A3746B906E81}"/>
          </ac:spMkLst>
        </pc:spChg>
      </pc:sldChg>
      <pc:sldChg chg="modSp add mod">
        <pc:chgData name="GERARDO ROBERTO ARAGÓN GONZÁLEZ" userId="08711c7df194d5de" providerId="LiveId" clId="{88A1A734-0338-48D8-8B00-8261113B9DAD}" dt="2025-10-20T06:32:13.294" v="152" actId="20577"/>
        <pc:sldMkLst>
          <pc:docMk/>
          <pc:sldMk cId="360374015" sldId="278"/>
        </pc:sldMkLst>
        <pc:spChg chg="mod">
          <ac:chgData name="GERARDO ROBERTO ARAGÓN GONZÁLEZ" userId="08711c7df194d5de" providerId="LiveId" clId="{88A1A734-0338-48D8-8B00-8261113B9DAD}" dt="2025-10-20T06:32:13.294" v="152" actId="20577"/>
          <ac:spMkLst>
            <pc:docMk/>
            <pc:sldMk cId="360374015" sldId="278"/>
            <ac:spMk id="3" creationId="{8CF1ED0D-41F1-C5CF-3136-A3746B906E81}"/>
          </ac:spMkLst>
        </pc:spChg>
      </pc:sldChg>
      <pc:sldChg chg="modSp add mod">
        <pc:chgData name="GERARDO ROBERTO ARAGÓN GONZÁLEZ" userId="08711c7df194d5de" providerId="LiveId" clId="{88A1A734-0338-48D8-8B00-8261113B9DAD}" dt="2025-10-20T06:34:55.308" v="162" actId="113"/>
        <pc:sldMkLst>
          <pc:docMk/>
          <pc:sldMk cId="3409290129" sldId="279"/>
        </pc:sldMkLst>
        <pc:spChg chg="mod">
          <ac:chgData name="GERARDO ROBERTO ARAGÓN GONZÁLEZ" userId="08711c7df194d5de" providerId="LiveId" clId="{88A1A734-0338-48D8-8B00-8261113B9DAD}" dt="2025-10-20T06:34:55.308" v="162" actId="113"/>
          <ac:spMkLst>
            <pc:docMk/>
            <pc:sldMk cId="3409290129" sldId="279"/>
            <ac:spMk id="3" creationId="{8CF1ED0D-41F1-C5CF-3136-A3746B906E81}"/>
          </ac:spMkLst>
        </pc:spChg>
      </pc:sldChg>
      <pc:sldChg chg="modSp add mod">
        <pc:chgData name="GERARDO ROBERTO ARAGÓN GONZÁLEZ" userId="08711c7df194d5de" providerId="LiveId" clId="{88A1A734-0338-48D8-8B00-8261113B9DAD}" dt="2025-10-20T06:35:22.446" v="164"/>
        <pc:sldMkLst>
          <pc:docMk/>
          <pc:sldMk cId="3204409876" sldId="280"/>
        </pc:sldMkLst>
        <pc:spChg chg="mod">
          <ac:chgData name="GERARDO ROBERTO ARAGÓN GONZÁLEZ" userId="08711c7df194d5de" providerId="LiveId" clId="{88A1A734-0338-48D8-8B00-8261113B9DAD}" dt="2025-10-20T06:35:22.446" v="164"/>
          <ac:spMkLst>
            <pc:docMk/>
            <pc:sldMk cId="3204409876" sldId="280"/>
            <ac:spMk id="3" creationId="{8CF1ED0D-41F1-C5CF-3136-A3746B906E81}"/>
          </ac:spMkLst>
        </pc:spChg>
      </pc:sldChg>
      <pc:sldChg chg="delSp modSp new mod">
        <pc:chgData name="GERARDO ROBERTO ARAGÓN GONZÁLEZ" userId="08711c7df194d5de" providerId="LiveId" clId="{88A1A734-0338-48D8-8B00-8261113B9DAD}" dt="2025-10-20T06:42:53.120" v="175" actId="242"/>
        <pc:sldMkLst>
          <pc:docMk/>
          <pc:sldMk cId="1699897854" sldId="281"/>
        </pc:sldMkLst>
        <pc:spChg chg="del">
          <ac:chgData name="GERARDO ROBERTO ARAGÓN GONZÁLEZ" userId="08711c7df194d5de" providerId="LiveId" clId="{88A1A734-0338-48D8-8B00-8261113B9DAD}" dt="2025-10-20T06:42:27.147" v="168" actId="21"/>
          <ac:spMkLst>
            <pc:docMk/>
            <pc:sldMk cId="1699897854" sldId="281"/>
            <ac:spMk id="2" creationId="{F546BE57-6C1A-5B02-76EE-C6A22EF5C7A7}"/>
          </ac:spMkLst>
        </pc:spChg>
        <pc:spChg chg="mod">
          <ac:chgData name="GERARDO ROBERTO ARAGÓN GONZÁLEZ" userId="08711c7df194d5de" providerId="LiveId" clId="{88A1A734-0338-48D8-8B00-8261113B9DAD}" dt="2025-10-20T06:42:53.120" v="175" actId="242"/>
          <ac:spMkLst>
            <pc:docMk/>
            <pc:sldMk cId="1699897854" sldId="281"/>
            <ac:spMk id="3" creationId="{5ED4D892-27C2-BB5E-0B87-18F4E7FC44FC}"/>
          </ac:spMkLst>
        </pc:spChg>
      </pc:sldChg>
      <pc:sldChg chg="modSp add mod">
        <pc:chgData name="GERARDO ROBERTO ARAGÓN GONZÁLEZ" userId="08711c7df194d5de" providerId="LiveId" clId="{88A1A734-0338-48D8-8B00-8261113B9DAD}" dt="2025-10-20T06:44:07.336" v="186" actId="113"/>
        <pc:sldMkLst>
          <pc:docMk/>
          <pc:sldMk cId="2571799671" sldId="282"/>
        </pc:sldMkLst>
        <pc:spChg chg="mod">
          <ac:chgData name="GERARDO ROBERTO ARAGÓN GONZÁLEZ" userId="08711c7df194d5de" providerId="LiveId" clId="{88A1A734-0338-48D8-8B00-8261113B9DAD}" dt="2025-10-20T06:44:07.336" v="186" actId="113"/>
          <ac:spMkLst>
            <pc:docMk/>
            <pc:sldMk cId="2571799671" sldId="282"/>
            <ac:spMk id="3" creationId="{5ED4D892-27C2-BB5E-0B87-18F4E7FC44FC}"/>
          </ac:spMkLst>
        </pc:spChg>
      </pc:sldChg>
      <pc:sldChg chg="new del">
        <pc:chgData name="GERARDO ROBERTO ARAGÓN GONZÁLEZ" userId="08711c7df194d5de" providerId="LiveId" clId="{88A1A734-0338-48D8-8B00-8261113B9DAD}" dt="2025-10-20T06:44:18.948" v="188" actId="680"/>
        <pc:sldMkLst>
          <pc:docMk/>
          <pc:sldMk cId="116683109" sldId="283"/>
        </pc:sldMkLst>
      </pc:sldChg>
      <pc:sldChg chg="modSp add mod">
        <pc:chgData name="GERARDO ROBERTO ARAGÓN GONZÁLEZ" userId="08711c7df194d5de" providerId="LiveId" clId="{88A1A734-0338-48D8-8B00-8261113B9DAD}" dt="2025-10-20T06:44:57.526" v="193" actId="20577"/>
        <pc:sldMkLst>
          <pc:docMk/>
          <pc:sldMk cId="3947368459" sldId="283"/>
        </pc:sldMkLst>
        <pc:spChg chg="mod">
          <ac:chgData name="GERARDO ROBERTO ARAGÓN GONZÁLEZ" userId="08711c7df194d5de" providerId="LiveId" clId="{88A1A734-0338-48D8-8B00-8261113B9DAD}" dt="2025-10-20T06:44:57.526" v="193" actId="20577"/>
          <ac:spMkLst>
            <pc:docMk/>
            <pc:sldMk cId="3947368459" sldId="283"/>
            <ac:spMk id="3" creationId="{5ED4D892-27C2-BB5E-0B87-18F4E7FC44FC}"/>
          </ac:spMkLst>
        </pc:spChg>
      </pc:sldChg>
      <pc:sldChg chg="modSp add mod">
        <pc:chgData name="GERARDO ROBERTO ARAGÓN GONZÁLEZ" userId="08711c7df194d5de" providerId="LiveId" clId="{88A1A734-0338-48D8-8B00-8261113B9DAD}" dt="2025-10-20T06:45:52.306" v="199" actId="12"/>
        <pc:sldMkLst>
          <pc:docMk/>
          <pc:sldMk cId="2071823262" sldId="284"/>
        </pc:sldMkLst>
        <pc:spChg chg="mod">
          <ac:chgData name="GERARDO ROBERTO ARAGÓN GONZÁLEZ" userId="08711c7df194d5de" providerId="LiveId" clId="{88A1A734-0338-48D8-8B00-8261113B9DAD}" dt="2025-10-20T06:45:52.306" v="199" actId="12"/>
          <ac:spMkLst>
            <pc:docMk/>
            <pc:sldMk cId="2071823262" sldId="284"/>
            <ac:spMk id="3" creationId="{5ED4D892-27C2-BB5E-0B87-18F4E7FC44FC}"/>
          </ac:spMkLst>
        </pc:spChg>
      </pc:sldChg>
      <pc:sldChg chg="modSp add mod">
        <pc:chgData name="GERARDO ROBERTO ARAGÓN GONZÁLEZ" userId="08711c7df194d5de" providerId="LiveId" clId="{88A1A734-0338-48D8-8B00-8261113B9DAD}" dt="2025-10-20T06:46:31.556" v="202" actId="20577"/>
        <pc:sldMkLst>
          <pc:docMk/>
          <pc:sldMk cId="4208763488" sldId="285"/>
        </pc:sldMkLst>
        <pc:spChg chg="mod">
          <ac:chgData name="GERARDO ROBERTO ARAGÓN GONZÁLEZ" userId="08711c7df194d5de" providerId="LiveId" clId="{88A1A734-0338-48D8-8B00-8261113B9DAD}" dt="2025-10-20T06:46:31.556" v="202" actId="20577"/>
          <ac:spMkLst>
            <pc:docMk/>
            <pc:sldMk cId="4208763488" sldId="285"/>
            <ac:spMk id="3" creationId="{5ED4D892-27C2-BB5E-0B87-18F4E7FC44FC}"/>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63CBA35-C0B3-4EEE-B5F0-D7A25D0DCF3D}" type="datetimeFigureOut">
              <a:rPr lang="es-MX" smtClean="0"/>
              <a:t>20/10/2025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0E54A58A-FBB6-48A6-A333-9C49C74BD987}" type="slidenum">
              <a:rPr lang="es-MX" smtClean="0"/>
              <a:t>‹Nº›</a:t>
            </a:fld>
            <a:endParaRPr lang="es-MX"/>
          </a:p>
        </p:txBody>
      </p:sp>
    </p:spTree>
    <p:extLst>
      <p:ext uri="{BB962C8B-B14F-4D97-AF65-F5344CB8AC3E}">
        <p14:creationId xmlns:p14="http://schemas.microsoft.com/office/powerpoint/2010/main" val="3458793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63CBA35-C0B3-4EEE-B5F0-D7A25D0DCF3D}" type="datetimeFigureOut">
              <a:rPr lang="es-MX" smtClean="0"/>
              <a:t>20/10/2025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0E54A58A-FBB6-48A6-A333-9C49C74BD987}" type="slidenum">
              <a:rPr lang="es-MX" smtClean="0"/>
              <a:t>‹Nº›</a:t>
            </a:fld>
            <a:endParaRPr lang="es-MX"/>
          </a:p>
        </p:txBody>
      </p:sp>
    </p:spTree>
    <p:extLst>
      <p:ext uri="{BB962C8B-B14F-4D97-AF65-F5344CB8AC3E}">
        <p14:creationId xmlns:p14="http://schemas.microsoft.com/office/powerpoint/2010/main" val="2163295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63CBA35-C0B3-4EEE-B5F0-D7A25D0DCF3D}" type="datetimeFigureOut">
              <a:rPr lang="es-MX" smtClean="0"/>
              <a:t>20/10/2025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0E54A58A-FBB6-48A6-A333-9C49C74BD987}" type="slidenum">
              <a:rPr lang="es-MX" smtClean="0"/>
              <a:t>‹Nº›</a:t>
            </a:fld>
            <a:endParaRPr lang="es-MX"/>
          </a:p>
        </p:txBody>
      </p:sp>
    </p:spTree>
    <p:extLst>
      <p:ext uri="{BB962C8B-B14F-4D97-AF65-F5344CB8AC3E}">
        <p14:creationId xmlns:p14="http://schemas.microsoft.com/office/powerpoint/2010/main" val="3046048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63CBA35-C0B3-4EEE-B5F0-D7A25D0DCF3D}" type="datetimeFigureOut">
              <a:rPr lang="es-MX" smtClean="0"/>
              <a:t>20/10/2025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0E54A58A-FBB6-48A6-A333-9C49C74BD987}" type="slidenum">
              <a:rPr lang="es-MX" smtClean="0"/>
              <a:t>‹Nº›</a:t>
            </a:fld>
            <a:endParaRPr lang="es-MX"/>
          </a:p>
        </p:txBody>
      </p:sp>
    </p:spTree>
    <p:extLst>
      <p:ext uri="{BB962C8B-B14F-4D97-AF65-F5344CB8AC3E}">
        <p14:creationId xmlns:p14="http://schemas.microsoft.com/office/powerpoint/2010/main" val="2101979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63CBA35-C0B3-4EEE-B5F0-D7A25D0DCF3D}" type="datetimeFigureOut">
              <a:rPr lang="es-MX" smtClean="0"/>
              <a:t>20/10/2025</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0E54A58A-FBB6-48A6-A333-9C49C74BD987}" type="slidenum">
              <a:rPr lang="es-MX" smtClean="0"/>
              <a:t>‹Nº›</a:t>
            </a:fld>
            <a:endParaRPr lang="es-MX"/>
          </a:p>
        </p:txBody>
      </p:sp>
    </p:spTree>
    <p:extLst>
      <p:ext uri="{BB962C8B-B14F-4D97-AF65-F5344CB8AC3E}">
        <p14:creationId xmlns:p14="http://schemas.microsoft.com/office/powerpoint/2010/main" val="2582152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63CBA35-C0B3-4EEE-B5F0-D7A25D0DCF3D}" type="datetimeFigureOut">
              <a:rPr lang="es-MX" smtClean="0"/>
              <a:t>20/10/2025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0E54A58A-FBB6-48A6-A333-9C49C74BD987}" type="slidenum">
              <a:rPr lang="es-MX" smtClean="0"/>
              <a:t>‹Nº›</a:t>
            </a:fld>
            <a:endParaRPr lang="es-MX"/>
          </a:p>
        </p:txBody>
      </p:sp>
    </p:spTree>
    <p:extLst>
      <p:ext uri="{BB962C8B-B14F-4D97-AF65-F5344CB8AC3E}">
        <p14:creationId xmlns:p14="http://schemas.microsoft.com/office/powerpoint/2010/main" val="1333391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63CBA35-C0B3-4EEE-B5F0-D7A25D0DCF3D}" type="datetimeFigureOut">
              <a:rPr lang="es-MX" smtClean="0"/>
              <a:t>20/10/2025</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0E54A58A-FBB6-48A6-A333-9C49C74BD987}" type="slidenum">
              <a:rPr lang="es-MX" smtClean="0"/>
              <a:t>‹Nº›</a:t>
            </a:fld>
            <a:endParaRPr lang="es-MX"/>
          </a:p>
        </p:txBody>
      </p:sp>
    </p:spTree>
    <p:extLst>
      <p:ext uri="{BB962C8B-B14F-4D97-AF65-F5344CB8AC3E}">
        <p14:creationId xmlns:p14="http://schemas.microsoft.com/office/powerpoint/2010/main" val="1207613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63CBA35-C0B3-4EEE-B5F0-D7A25D0DCF3D}" type="datetimeFigureOut">
              <a:rPr lang="es-MX" smtClean="0"/>
              <a:t>20/10/2025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0E54A58A-FBB6-48A6-A333-9C49C74BD987}" type="slidenum">
              <a:rPr lang="es-MX" smtClean="0"/>
              <a:t>‹Nº›</a:t>
            </a:fld>
            <a:endParaRPr lang="es-MX"/>
          </a:p>
        </p:txBody>
      </p:sp>
    </p:spTree>
    <p:extLst>
      <p:ext uri="{BB962C8B-B14F-4D97-AF65-F5344CB8AC3E}">
        <p14:creationId xmlns:p14="http://schemas.microsoft.com/office/powerpoint/2010/main" val="2452400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63CBA35-C0B3-4EEE-B5F0-D7A25D0DCF3D}" type="datetimeFigureOut">
              <a:rPr lang="es-MX" smtClean="0"/>
              <a:t>20/10/2025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0E54A58A-FBB6-48A6-A333-9C49C74BD987}" type="slidenum">
              <a:rPr lang="es-MX" smtClean="0"/>
              <a:t>‹Nº›</a:t>
            </a:fld>
            <a:endParaRPr lang="es-MX"/>
          </a:p>
        </p:txBody>
      </p:sp>
    </p:spTree>
    <p:extLst>
      <p:ext uri="{BB962C8B-B14F-4D97-AF65-F5344CB8AC3E}">
        <p14:creationId xmlns:p14="http://schemas.microsoft.com/office/powerpoint/2010/main" val="3947015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63CBA35-C0B3-4EEE-B5F0-D7A25D0DCF3D}" type="datetimeFigureOut">
              <a:rPr lang="es-MX" smtClean="0"/>
              <a:t>20/10/2025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0E54A58A-FBB6-48A6-A333-9C49C74BD987}" type="slidenum">
              <a:rPr lang="es-MX" smtClean="0"/>
              <a:t>‹Nº›</a:t>
            </a:fld>
            <a:endParaRPr lang="es-MX"/>
          </a:p>
        </p:txBody>
      </p:sp>
    </p:spTree>
    <p:extLst>
      <p:ext uri="{BB962C8B-B14F-4D97-AF65-F5344CB8AC3E}">
        <p14:creationId xmlns:p14="http://schemas.microsoft.com/office/powerpoint/2010/main" val="1476736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63CBA35-C0B3-4EEE-B5F0-D7A25D0DCF3D}" type="datetimeFigureOut">
              <a:rPr lang="es-MX" smtClean="0"/>
              <a:t>20/10/2025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0E54A58A-FBB6-48A6-A333-9C49C74BD987}" type="slidenum">
              <a:rPr lang="es-MX" smtClean="0"/>
              <a:t>‹Nº›</a:t>
            </a:fld>
            <a:endParaRPr lang="es-MX"/>
          </a:p>
        </p:txBody>
      </p:sp>
    </p:spTree>
    <p:extLst>
      <p:ext uri="{BB962C8B-B14F-4D97-AF65-F5344CB8AC3E}">
        <p14:creationId xmlns:p14="http://schemas.microsoft.com/office/powerpoint/2010/main" val="2797922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63CBA35-C0B3-4EEE-B5F0-D7A25D0DCF3D}" type="datetimeFigureOut">
              <a:rPr lang="es-MX" smtClean="0"/>
              <a:t>20/10/2025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0E54A58A-FBB6-48A6-A333-9C49C74BD987}" type="slidenum">
              <a:rPr lang="es-MX" smtClean="0"/>
              <a:t>‹Nº›</a:t>
            </a:fld>
            <a:endParaRPr lang="es-MX"/>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94370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63CBA35-C0B3-4EEE-B5F0-D7A25D0DCF3D}" type="datetimeFigureOut">
              <a:rPr lang="es-MX" smtClean="0"/>
              <a:t>20/10/2025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0E54A58A-FBB6-48A6-A333-9C49C74BD987}" type="slidenum">
              <a:rPr lang="es-MX" smtClean="0"/>
              <a:t>‹Nº›</a:t>
            </a:fld>
            <a:endParaRPr lang="es-MX"/>
          </a:p>
        </p:txBody>
      </p:sp>
    </p:spTree>
    <p:extLst>
      <p:ext uri="{BB962C8B-B14F-4D97-AF65-F5344CB8AC3E}">
        <p14:creationId xmlns:p14="http://schemas.microsoft.com/office/powerpoint/2010/main" val="6030170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63CBA35-C0B3-4EEE-B5F0-D7A25D0DCF3D}" type="datetimeFigureOut">
              <a:rPr lang="es-MX" smtClean="0"/>
              <a:t>20/10/2025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0E54A58A-FBB6-48A6-A333-9C49C74BD987}" type="slidenum">
              <a:rPr lang="es-MX" smtClean="0"/>
              <a:t>‹Nº›</a:t>
            </a:fld>
            <a:endParaRPr lang="es-MX"/>
          </a:p>
        </p:txBody>
      </p:sp>
    </p:spTree>
    <p:extLst>
      <p:ext uri="{BB962C8B-B14F-4D97-AF65-F5344CB8AC3E}">
        <p14:creationId xmlns:p14="http://schemas.microsoft.com/office/powerpoint/2010/main" val="25713302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63CBA35-C0B3-4EEE-B5F0-D7A25D0DCF3D}" type="datetimeFigureOut">
              <a:rPr lang="es-MX" smtClean="0"/>
              <a:t>20/10/2025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0E54A58A-FBB6-48A6-A333-9C49C74BD987}" type="slidenum">
              <a:rPr lang="es-MX" smtClean="0"/>
              <a:t>‹Nº›</a:t>
            </a:fld>
            <a:endParaRPr lang="es-MX"/>
          </a:p>
        </p:txBody>
      </p:sp>
    </p:spTree>
    <p:extLst>
      <p:ext uri="{BB962C8B-B14F-4D97-AF65-F5344CB8AC3E}">
        <p14:creationId xmlns:p14="http://schemas.microsoft.com/office/powerpoint/2010/main" val="24478200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63CBA35-C0B3-4EEE-B5F0-D7A25D0DCF3D}" type="datetimeFigureOut">
              <a:rPr lang="es-MX" smtClean="0"/>
              <a:t>20/10/2025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0E54A58A-FBB6-48A6-A333-9C49C74BD987}" type="slidenum">
              <a:rPr lang="es-MX" smtClean="0"/>
              <a:t>‹Nº›</a:t>
            </a:fld>
            <a:endParaRPr lang="es-MX"/>
          </a:p>
        </p:txBody>
      </p:sp>
    </p:spTree>
    <p:extLst>
      <p:ext uri="{BB962C8B-B14F-4D97-AF65-F5344CB8AC3E}">
        <p14:creationId xmlns:p14="http://schemas.microsoft.com/office/powerpoint/2010/main" val="24760716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63CBA35-C0B3-4EEE-B5F0-D7A25D0DCF3D}" type="datetimeFigureOut">
              <a:rPr lang="es-MX" smtClean="0"/>
              <a:t>20/10/2025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0E54A58A-FBB6-48A6-A333-9C49C74BD987}" type="slidenum">
              <a:rPr lang="es-MX" smtClean="0"/>
              <a:t>‹Nº›</a:t>
            </a:fld>
            <a:endParaRPr lang="es-MX"/>
          </a:p>
        </p:txBody>
      </p:sp>
    </p:spTree>
    <p:extLst>
      <p:ext uri="{BB962C8B-B14F-4D97-AF65-F5344CB8AC3E}">
        <p14:creationId xmlns:p14="http://schemas.microsoft.com/office/powerpoint/2010/main" val="31450066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ítulo y tex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46D47D-CE20-BC1C-716F-B675C75F90D5}"/>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D5A1D88-003C-3676-EFE5-B210EC03714C}"/>
              </a:ext>
            </a:extLst>
          </p:cNvPr>
          <p:cNvSpPr>
            <a:spLocks noGrp="1"/>
          </p:cNvSpPr>
          <p:nvPr>
            <p:ph type="body"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50998F0-6745-0DC4-B4CE-AD9A5522552E}"/>
              </a:ext>
            </a:extLst>
          </p:cNvPr>
          <p:cNvSpPr>
            <a:spLocks noGrp="1"/>
          </p:cNvSpPr>
          <p:nvPr>
            <p:ph type="dt" sz="half" idx="10"/>
          </p:nvPr>
        </p:nvSpPr>
        <p:spPr/>
        <p:txBody>
          <a:bodyPr/>
          <a:lstStyle/>
          <a:p>
            <a:fld id="{C63CBA35-C0B3-4EEE-B5F0-D7A25D0DCF3D}" type="datetimeFigureOut">
              <a:rPr lang="es-MX" smtClean="0"/>
              <a:t>20/10/2025</a:t>
            </a:fld>
            <a:endParaRPr lang="es-MX"/>
          </a:p>
        </p:txBody>
      </p:sp>
      <p:sp>
        <p:nvSpPr>
          <p:cNvPr id="5" name="Marcador de pie de página 4">
            <a:extLst>
              <a:ext uri="{FF2B5EF4-FFF2-40B4-BE49-F238E27FC236}">
                <a16:creationId xmlns:a16="http://schemas.microsoft.com/office/drawing/2014/main" id="{70ADA664-CC7C-70F7-2710-450C29BF7FF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1CE69B3-BE2F-EE01-F45D-524F2BF3B6B3}"/>
              </a:ext>
            </a:extLst>
          </p:cNvPr>
          <p:cNvSpPr>
            <a:spLocks noGrp="1"/>
          </p:cNvSpPr>
          <p:nvPr>
            <p:ph type="sldNum" sz="quarter" idx="12"/>
          </p:nvPr>
        </p:nvSpPr>
        <p:spPr/>
        <p:txBody>
          <a:bodyPr/>
          <a:lstStyle/>
          <a:p>
            <a:fld id="{0E54A58A-FBB6-48A6-A333-9C49C74BD987}" type="slidenum">
              <a:rPr lang="es-MX" smtClean="0"/>
              <a:t>‹Nº›</a:t>
            </a:fld>
            <a:endParaRPr lang="es-MX"/>
          </a:p>
        </p:txBody>
      </p:sp>
    </p:spTree>
    <p:extLst>
      <p:ext uri="{BB962C8B-B14F-4D97-AF65-F5344CB8AC3E}">
        <p14:creationId xmlns:p14="http://schemas.microsoft.com/office/powerpoint/2010/main" val="388727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C63CBA35-C0B3-4EEE-B5F0-D7A25D0DCF3D}" type="datetimeFigureOut">
              <a:rPr lang="es-MX" smtClean="0"/>
              <a:t>20/10/2025</a:t>
            </a:fld>
            <a:endParaRPr lang="es-MX"/>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0E54A58A-FBB6-48A6-A333-9C49C74BD987}" type="slidenum">
              <a:rPr lang="es-MX" smtClean="0"/>
              <a:t>‹Nº›</a:t>
            </a:fld>
            <a:endParaRPr lang="es-MX"/>
          </a:p>
        </p:txBody>
      </p:sp>
    </p:spTree>
    <p:extLst>
      <p:ext uri="{BB962C8B-B14F-4D97-AF65-F5344CB8AC3E}">
        <p14:creationId xmlns:p14="http://schemas.microsoft.com/office/powerpoint/2010/main" val="2343566655"/>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E744256F-7917-90AA-5B3E-C81D6671EBB5}"/>
              </a:ext>
            </a:extLst>
          </p:cNvPr>
          <p:cNvSpPr>
            <a:spLocks noGrp="1"/>
          </p:cNvSpPr>
          <p:nvPr>
            <p:ph type="body" idx="1"/>
          </p:nvPr>
        </p:nvSpPr>
        <p:spPr/>
        <p:txBody>
          <a:bodyPr anchor="ctr"/>
          <a:lstStyle/>
          <a:p>
            <a:pPr algn="ctr"/>
            <a:r>
              <a:rPr lang="es-MX" dirty="0">
                <a:latin typeface="Century Gothic" panose="020B0502020202020204" pitchFamily="34" charset="0"/>
              </a:rPr>
              <a:t>¿DERECHO </a:t>
            </a:r>
            <a:r>
              <a:rPr lang="es-MX">
                <a:latin typeface="Century Gothic" panose="020B0502020202020204" pitchFamily="34" charset="0"/>
              </a:rPr>
              <a:t>INFORMÁTICO </a:t>
            </a:r>
            <a:r>
              <a:rPr lang="es-MX" dirty="0">
                <a:latin typeface="Century Gothic" panose="020B0502020202020204" pitchFamily="34" charset="0"/>
              </a:rPr>
              <a:t>o</a:t>
            </a:r>
            <a:r>
              <a:rPr lang="es-MX">
                <a:latin typeface="Century Gothic" panose="020B0502020202020204" pitchFamily="34" charset="0"/>
              </a:rPr>
              <a:t> </a:t>
            </a:r>
            <a:r>
              <a:rPr lang="es-MX" dirty="0">
                <a:latin typeface="Century Gothic" panose="020B0502020202020204" pitchFamily="34" charset="0"/>
              </a:rPr>
              <a:t>INFORMÁTICA JURÍDICA?</a:t>
            </a:r>
          </a:p>
          <a:p>
            <a:pPr algn="ctr"/>
            <a:r>
              <a:rPr lang="es-MX" dirty="0">
                <a:latin typeface="Century Gothic" panose="020B0502020202020204" pitchFamily="34" charset="0"/>
              </a:rPr>
              <a:t>COMPUTER RIGHT OR JURIDICAL COMPUTER SCIENCE?</a:t>
            </a:r>
          </a:p>
          <a:p>
            <a:pPr algn="ctr"/>
            <a:r>
              <a:rPr lang="es-MX" dirty="0">
                <a:latin typeface="Century Gothic" panose="020B0502020202020204" pitchFamily="34" charset="0"/>
              </a:rPr>
              <a:t>Pablo Alfonso Aguilar</a:t>
            </a:r>
          </a:p>
          <a:p>
            <a:pPr algn="ctr"/>
            <a:r>
              <a:rPr lang="es-MX" dirty="0">
                <a:latin typeface="Century Gothic" panose="020B0502020202020204" pitchFamily="34" charset="0"/>
              </a:rPr>
              <a:t>Facultad de Derecho, Universidad Nacional Autónoma de México (UNAM), México</a:t>
            </a:r>
          </a:p>
          <a:p>
            <a:pPr algn="ctr"/>
            <a:r>
              <a:rPr lang="es-MX" dirty="0">
                <a:latin typeface="Century Gothic" panose="020B0502020202020204" pitchFamily="34" charset="0"/>
              </a:rPr>
              <a:t>E-mail: pablo_aac@hotmail.com</a:t>
            </a:r>
          </a:p>
        </p:txBody>
      </p:sp>
    </p:spTree>
    <p:extLst>
      <p:ext uri="{BB962C8B-B14F-4D97-AF65-F5344CB8AC3E}">
        <p14:creationId xmlns:p14="http://schemas.microsoft.com/office/powerpoint/2010/main" val="1744747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2C38ED-F37D-C24D-C4E9-34EF3F13499D}"/>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El Gancho Global</a:t>
            </a:r>
          </a:p>
        </p:txBody>
      </p:sp>
      <p:sp>
        <p:nvSpPr>
          <p:cNvPr id="3" name="Marcador de texto 2">
            <a:extLst>
              <a:ext uri="{FF2B5EF4-FFF2-40B4-BE49-F238E27FC236}">
                <a16:creationId xmlns:a16="http://schemas.microsoft.com/office/drawing/2014/main" id="{215BF7B8-5B2A-AE2F-C78E-203FE35B932A}"/>
              </a:ext>
            </a:extLst>
          </p:cNvPr>
          <p:cNvSpPr>
            <a:spLocks noGrp="1"/>
          </p:cNvSpPr>
          <p:nvPr>
            <p:ph type="body" idx="1"/>
          </p:nvPr>
        </p:nvSpPr>
        <p:spPr/>
        <p:txBody>
          <a:bodyPr anchor="ctr">
            <a:normAutofit/>
          </a:bodyPr>
          <a:lstStyle/>
          <a:p>
            <a:pPr marL="0" marR="0" lvl="0" indent="0" algn="just" rtl="0">
              <a:buNone/>
            </a:pPr>
            <a:r>
              <a:rPr lang="es-ES" b="0" i="0" u="none" strike="noStrike" kern="100" baseline="0" dirty="0">
                <a:solidFill>
                  <a:srgbClr val="0F4761"/>
                </a:solidFill>
                <a:latin typeface="Century Gothic" panose="020B0502020202020204" pitchFamily="34" charset="0"/>
              </a:rPr>
              <a:t>El Ciber-Ataque a Colonial Pipeline: </a:t>
            </a:r>
            <a:r>
              <a:rPr lang="es-ES" b="1" i="0" u="none" strike="noStrike" kern="100" baseline="0" dirty="0">
                <a:solidFill>
                  <a:srgbClr val="0F4761"/>
                </a:solidFill>
                <a:latin typeface="Century Gothic" panose="020B0502020202020204" pitchFamily="34" charset="0"/>
              </a:rPr>
              <a:t>¿</a:t>
            </a:r>
            <a:r>
              <a:rPr lang="es-ES" b="0" i="0" u="none" strike="noStrike" kern="100" baseline="0" dirty="0">
                <a:solidFill>
                  <a:srgbClr val="0F4761"/>
                </a:solidFill>
                <a:latin typeface="Century Gothic" panose="020B0502020202020204" pitchFamily="34" charset="0"/>
              </a:rPr>
              <a:t>Un Acto de Guerra o un Robo</a:t>
            </a:r>
            <a:r>
              <a:rPr lang="es-ES" b="1" i="0" u="none" strike="noStrike" kern="100" baseline="0" dirty="0">
                <a:solidFill>
                  <a:srgbClr val="0F4761"/>
                </a:solidFill>
                <a:latin typeface="Century Gothic" panose="020B0502020202020204" pitchFamily="34" charset="0"/>
              </a:rPr>
              <a:t>?</a:t>
            </a:r>
          </a:p>
          <a:p>
            <a:pPr marL="457200" marR="0" lvl="1" indent="0" algn="just" rtl="0">
              <a:buNone/>
            </a:pPr>
            <a:r>
              <a:rPr lang="es-ES" b="0" i="0" u="none" strike="noStrike" kern="100" baseline="0" dirty="0">
                <a:solidFill>
                  <a:srgbClr val="0F4761"/>
                </a:solidFill>
                <a:latin typeface="Century Gothic" panose="020B0502020202020204" pitchFamily="34" charset="0"/>
              </a:rPr>
              <a:t>En 2021, un ataque </a:t>
            </a:r>
            <a:r>
              <a:rPr lang="es-ES" b="0" i="1" u="none" strike="noStrike" kern="100" baseline="0" dirty="0" err="1">
                <a:solidFill>
                  <a:srgbClr val="0F4761"/>
                </a:solidFill>
                <a:latin typeface="Century Gothic" panose="020B0502020202020204" pitchFamily="34" charset="0"/>
              </a:rPr>
              <a:t>ransomware</a:t>
            </a:r>
            <a:r>
              <a:rPr lang="es-ES" b="0" i="0" u="none" strike="noStrike" kern="100" baseline="0" dirty="0">
                <a:solidFill>
                  <a:srgbClr val="0F4761"/>
                </a:solidFill>
                <a:latin typeface="Century Gothic" panose="020B0502020202020204" pitchFamily="34" charset="0"/>
              </a:rPr>
              <a:t> paralizó la principal red de combustible de EE. UU. (Colonial Pipeline).</a:t>
            </a:r>
          </a:p>
          <a:p>
            <a:pPr marL="914400" marR="0" lvl="2" indent="0" algn="just" rtl="0">
              <a:buNone/>
            </a:pPr>
            <a:r>
              <a:rPr lang="es-ES" b="1" i="1" u="none" strike="noStrike" kern="100" baseline="0" dirty="0">
                <a:solidFill>
                  <a:srgbClr val="0F4761"/>
                </a:solidFill>
                <a:latin typeface="Century Gothic" panose="020B0502020202020204" pitchFamily="34" charset="0"/>
              </a:rPr>
              <a:t>¿</a:t>
            </a:r>
            <a:r>
              <a:rPr lang="es-ES" b="0" i="1" u="none" strike="noStrike" kern="100" baseline="0" dirty="0">
                <a:solidFill>
                  <a:srgbClr val="0F4761"/>
                </a:solidFill>
                <a:latin typeface="Century Gothic" panose="020B0502020202020204" pitchFamily="34" charset="0"/>
              </a:rPr>
              <a:t>La interrupción del suministro vital por software debe tratarse legalmente como un simple delito de extorsión o como un ataque a la seguridad nacional</a:t>
            </a:r>
            <a:r>
              <a:rPr lang="es-ES" b="1" i="1" u="none" strike="noStrike" kern="100" baseline="0" dirty="0">
                <a:solidFill>
                  <a:srgbClr val="0F4761"/>
                </a:solidFill>
                <a:latin typeface="Century Gothic" panose="020B0502020202020204" pitchFamily="34" charset="0"/>
              </a:rPr>
              <a:t>?</a:t>
            </a:r>
          </a:p>
          <a:p>
            <a:pPr marL="914400" marR="0" lvl="2" indent="0" algn="just" rtl="0">
              <a:buNone/>
            </a:pPr>
            <a:r>
              <a:rPr lang="es-ES" b="0" i="1" u="none" strike="noStrike" kern="100" baseline="0" dirty="0">
                <a:latin typeface="Century Gothic" panose="020B0502020202020204" pitchFamily="34" charset="0"/>
              </a:rPr>
              <a:t>R</a:t>
            </a:r>
            <a:r>
              <a:rPr lang="es-ES" i="1" kern="100" dirty="0">
                <a:latin typeface="Century Gothic" panose="020B0502020202020204" pitchFamily="34" charset="0"/>
              </a:rPr>
              <a:t>=</a:t>
            </a:r>
            <a:r>
              <a:rPr lang="es-ES" b="0" i="1" u="none" strike="noStrike" kern="100" baseline="0" dirty="0">
                <a:latin typeface="Century Gothic" panose="020B0502020202020204" pitchFamily="34" charset="0"/>
              </a:rPr>
              <a:t>El debate central del Derecho Informático: la clasificación legal de daños causados por tecnologías.</a:t>
            </a:r>
          </a:p>
          <a:p>
            <a:pPr marR="0" lvl="3" algn="just" rtl="0"/>
            <a:r>
              <a:rPr lang="es-ES" b="0" i="0" u="none" strike="noStrike" kern="100" baseline="0" dirty="0">
                <a:solidFill>
                  <a:srgbClr val="0F4761"/>
                </a:solidFill>
                <a:latin typeface="Century Gothic" panose="020B0502020202020204" pitchFamily="34" charset="0"/>
              </a:rPr>
              <a:t>Concepto Central: </a:t>
            </a:r>
            <a:r>
              <a:rPr lang="es-ES" b="1" i="0" u="none" strike="noStrike" kern="100" baseline="0" dirty="0">
                <a:solidFill>
                  <a:srgbClr val="0F4761"/>
                </a:solidFill>
                <a:latin typeface="Century Gothic" panose="020B0502020202020204" pitchFamily="34" charset="0"/>
              </a:rPr>
              <a:t>La ciberseguridad como bien jurídico tutelado.</a:t>
            </a:r>
          </a:p>
        </p:txBody>
      </p:sp>
      <p:pic>
        <p:nvPicPr>
          <p:cNvPr id="4" name="Imagen 3">
            <a:extLst>
              <a:ext uri="{FF2B5EF4-FFF2-40B4-BE49-F238E27FC236}">
                <a16:creationId xmlns:a16="http://schemas.microsoft.com/office/drawing/2014/main" id="{A4975186-3310-0DAF-52B6-D35971E9BCAD}"/>
              </a:ext>
            </a:extLst>
          </p:cNvPr>
          <p:cNvPicPr>
            <a:picLocks noChangeAspect="1"/>
          </p:cNvPicPr>
          <p:nvPr/>
        </p:nvPicPr>
        <p:blipFill>
          <a:blip r:embed="rId2"/>
          <a:stretch>
            <a:fillRect/>
          </a:stretch>
        </p:blipFill>
        <p:spPr>
          <a:xfrm>
            <a:off x="8972550" y="365125"/>
            <a:ext cx="2381250" cy="1905000"/>
          </a:xfrm>
          <a:prstGeom prst="rect">
            <a:avLst/>
          </a:prstGeom>
        </p:spPr>
      </p:pic>
    </p:spTree>
    <p:extLst>
      <p:ext uri="{BB962C8B-B14F-4D97-AF65-F5344CB8AC3E}">
        <p14:creationId xmlns:p14="http://schemas.microsoft.com/office/powerpoint/2010/main" val="1944296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F50DF0-8925-018A-BF64-07FC30463361}"/>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El Caso Mexicano: ¿"Justicia" en un </a:t>
            </a:r>
            <a:r>
              <a:rPr lang="es-ES" b="0" i="1" u="none" strike="noStrike" kern="100" baseline="0" dirty="0">
                <a:solidFill>
                  <a:srgbClr val="0F4761"/>
                </a:solidFill>
                <a:latin typeface="Century Gothic" panose="020B0502020202020204" pitchFamily="34" charset="0"/>
              </a:rPr>
              <a:t>Tweet</a:t>
            </a:r>
            <a:r>
              <a:rPr lang="es-ES" b="0" i="0" u="none" strike="noStrike" kern="100" baseline="0" dirty="0">
                <a:solidFill>
                  <a:srgbClr val="0F4761"/>
                </a:solidFill>
                <a:latin typeface="Century Gothic" panose="020B0502020202020204" pitchFamily="34" charset="0"/>
              </a:rPr>
              <a:t>?</a:t>
            </a:r>
          </a:p>
        </p:txBody>
      </p:sp>
      <p:sp>
        <p:nvSpPr>
          <p:cNvPr id="3" name="Marcador de texto 2">
            <a:extLst>
              <a:ext uri="{FF2B5EF4-FFF2-40B4-BE49-F238E27FC236}">
                <a16:creationId xmlns:a16="http://schemas.microsoft.com/office/drawing/2014/main" id="{CF3D917B-3C05-FCC9-D49D-88DE23FDBCD9}"/>
              </a:ext>
            </a:extLst>
          </p:cNvPr>
          <p:cNvSpPr>
            <a:spLocks noGrp="1"/>
          </p:cNvSpPr>
          <p:nvPr>
            <p:ph type="body" idx="1"/>
          </p:nvPr>
        </p:nvSpPr>
        <p:spPr/>
        <p:txBody>
          <a:bodyPr anchor="ctr">
            <a:normAutofit lnSpcReduction="10000"/>
          </a:bodyPr>
          <a:lstStyle/>
          <a:p>
            <a:pPr marR="0" lvl="0" algn="just" rtl="0"/>
            <a:r>
              <a:rPr lang="es-ES" b="0" i="0" u="none" strike="noStrike" kern="100" baseline="0" dirty="0">
                <a:solidFill>
                  <a:srgbClr val="0F4761"/>
                </a:solidFill>
                <a:latin typeface="Century Gothic" panose="020B0502020202020204" pitchFamily="34" charset="0"/>
              </a:rPr>
              <a:t>Difamación 2.0: El Honor en la Era de X (</a:t>
            </a:r>
            <a:r>
              <a:rPr lang="es-ES" b="0" i="1" u="none" strike="noStrike" kern="100" baseline="0" dirty="0">
                <a:solidFill>
                  <a:srgbClr val="0F4761"/>
                </a:solidFill>
                <a:latin typeface="Century Gothic" panose="020B0502020202020204" pitchFamily="34" charset="0"/>
              </a:rPr>
              <a:t>Twitter</a:t>
            </a:r>
            <a:r>
              <a:rPr lang="es-ES" b="0" i="0" u="none" strike="noStrike" kern="100" baseline="0" dirty="0">
                <a:solidFill>
                  <a:srgbClr val="0F4761"/>
                </a:solidFill>
                <a:latin typeface="Century Gothic" panose="020B0502020202020204" pitchFamily="34" charset="0"/>
              </a:rPr>
              <a:t>)</a:t>
            </a:r>
          </a:p>
          <a:p>
            <a:pPr marL="457200" marR="0" lvl="1" indent="0" algn="just" rtl="0">
              <a:buNone/>
            </a:pPr>
            <a:endParaRPr lang="es-ES" b="0" i="0" u="none" strike="noStrike" kern="100" baseline="0" dirty="0">
              <a:solidFill>
                <a:srgbClr val="0F4761"/>
              </a:solidFill>
              <a:latin typeface="Century Gothic" panose="020B0502020202020204" pitchFamily="34" charset="0"/>
            </a:endParaRPr>
          </a:p>
          <a:p>
            <a:pPr marL="457200" marR="0" lvl="1" indent="0" algn="just" rtl="0">
              <a:buNone/>
            </a:pPr>
            <a:r>
              <a:rPr lang="es-ES" b="0" i="0" u="none" strike="noStrike" kern="100" baseline="0" dirty="0">
                <a:solidFill>
                  <a:srgbClr val="0F4761"/>
                </a:solidFill>
                <a:latin typeface="Century Gothic" panose="020B0502020202020204" pitchFamily="34" charset="0"/>
              </a:rPr>
              <a:t>La viralización de información (falsa o verdadera) que destruye reputaciones. ¿Cómo equilibra el Derecho mexicano la libertad de expresión y el derecho al honor en redes?</a:t>
            </a:r>
          </a:p>
          <a:p>
            <a:pPr marL="457200" marR="0" lvl="1" indent="0" algn="just" rtl="0">
              <a:buNone/>
            </a:pPr>
            <a:endParaRPr lang="es-ES" b="0" i="0" u="none" strike="noStrike" kern="100" baseline="0" dirty="0">
              <a:solidFill>
                <a:srgbClr val="0F4761"/>
              </a:solidFill>
              <a:latin typeface="Century Gothic" panose="020B0502020202020204" pitchFamily="34" charset="0"/>
            </a:endParaRPr>
          </a:p>
          <a:p>
            <a:pPr marR="0" lvl="2" algn="just" rtl="0"/>
            <a:r>
              <a:rPr lang="es-ES" b="1" i="1" u="none" strike="noStrike" kern="100" baseline="0" dirty="0">
                <a:solidFill>
                  <a:srgbClr val="0F4761"/>
                </a:solidFill>
                <a:latin typeface="Century Gothic" panose="020B0502020202020204" pitchFamily="34" charset="0"/>
              </a:rPr>
              <a:t>¿</a:t>
            </a:r>
            <a:r>
              <a:rPr lang="es-ES" b="0" i="1" u="none" strike="noStrike" kern="100" baseline="0" dirty="0">
                <a:solidFill>
                  <a:srgbClr val="0F4761"/>
                </a:solidFill>
                <a:latin typeface="Century Gothic" panose="020B0502020202020204" pitchFamily="34" charset="0"/>
              </a:rPr>
              <a:t>Debe un juez aplicar la misma ley de imprenta del Siglo XIX a un video de TikTok o a un tweet anónimo</a:t>
            </a:r>
            <a:r>
              <a:rPr lang="es-ES" b="1" i="1" u="none" strike="noStrike" kern="100" baseline="0" dirty="0">
                <a:solidFill>
                  <a:srgbClr val="0F4761"/>
                </a:solidFill>
                <a:latin typeface="Century Gothic" panose="020B0502020202020204" pitchFamily="34" charset="0"/>
              </a:rPr>
              <a:t>?</a:t>
            </a:r>
          </a:p>
          <a:p>
            <a:pPr marR="0" lvl="2" algn="just" rtl="0"/>
            <a:r>
              <a:rPr lang="es-ES" b="0" i="1" u="none" strike="noStrike" kern="100" baseline="0" dirty="0">
                <a:solidFill>
                  <a:srgbClr val="0F4761"/>
                </a:solidFill>
                <a:latin typeface="Century Gothic" panose="020B0502020202020204" pitchFamily="34" charset="0"/>
              </a:rPr>
              <a:t>R</a:t>
            </a:r>
            <a:r>
              <a:rPr lang="es-ES" i="1" kern="100" dirty="0">
                <a:latin typeface="Century Gothic" panose="020B0502020202020204" pitchFamily="34" charset="0"/>
              </a:rPr>
              <a:t>=</a:t>
            </a:r>
            <a:r>
              <a:rPr lang="es-ES" b="0" i="1" u="none" strike="noStrike" kern="100" baseline="0" dirty="0">
                <a:latin typeface="Century Gothic" panose="020B0502020202020204" pitchFamily="34" charset="0"/>
              </a:rPr>
              <a:t> El desafío de la jurisdicción y prueba digital. Los límites de la analogía legal tradicional.</a:t>
            </a:r>
          </a:p>
        </p:txBody>
      </p:sp>
    </p:spTree>
    <p:extLst>
      <p:ext uri="{BB962C8B-B14F-4D97-AF65-F5344CB8AC3E}">
        <p14:creationId xmlns:p14="http://schemas.microsoft.com/office/powerpoint/2010/main" val="1338375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99EC07-BBF0-CF6C-38C1-1790345F1F03}"/>
              </a:ext>
            </a:extLst>
          </p:cNvPr>
          <p:cNvSpPr>
            <a:spLocks noGrp="1"/>
          </p:cNvSpPr>
          <p:nvPr>
            <p:ph type="title"/>
          </p:nvPr>
        </p:nvSpPr>
        <p:spPr/>
        <p:txBody>
          <a:bodyPr/>
          <a:lstStyle/>
          <a:p>
            <a:pPr marR="0" algn="ctr" rtl="0"/>
            <a:r>
              <a:rPr lang="es-ES" b="1" i="0" u="none" strike="noStrike" kern="100" baseline="0" dirty="0">
                <a:solidFill>
                  <a:srgbClr val="0F4761"/>
                </a:solidFill>
                <a:latin typeface="Century Gothic" panose="020B0502020202020204" pitchFamily="34" charset="0"/>
              </a:rPr>
              <a:t>¿</a:t>
            </a:r>
            <a:r>
              <a:rPr lang="es-ES" b="0" i="0" u="none" strike="noStrike" kern="100" baseline="0" dirty="0">
                <a:solidFill>
                  <a:srgbClr val="0F4761"/>
                </a:solidFill>
                <a:latin typeface="Century Gothic" panose="020B0502020202020204" pitchFamily="34" charset="0"/>
              </a:rPr>
              <a:t>Confusión o Relación</a:t>
            </a:r>
            <a:r>
              <a:rPr lang="es-ES" b="1" i="0" u="none" strike="noStrike" kern="100" baseline="0" dirty="0">
                <a:solidFill>
                  <a:srgbClr val="0F4761"/>
                </a:solidFill>
                <a:latin typeface="Century Gothic" panose="020B0502020202020204" pitchFamily="34" charset="0"/>
              </a:rPr>
              <a:t>?</a:t>
            </a:r>
          </a:p>
        </p:txBody>
      </p:sp>
      <p:sp>
        <p:nvSpPr>
          <p:cNvPr id="3" name="Marcador de texto 2">
            <a:extLst>
              <a:ext uri="{FF2B5EF4-FFF2-40B4-BE49-F238E27FC236}">
                <a16:creationId xmlns:a16="http://schemas.microsoft.com/office/drawing/2014/main" id="{9B620567-B507-F49A-7E84-307E07F32577}"/>
              </a:ext>
            </a:extLst>
          </p:cNvPr>
          <p:cNvSpPr>
            <a:spLocks noGrp="1"/>
          </p:cNvSpPr>
          <p:nvPr>
            <p:ph type="body" idx="1"/>
          </p:nvPr>
        </p:nvSpPr>
        <p:spPr/>
        <p:txBody>
          <a:bodyPr anchor="ctr"/>
          <a:lstStyle/>
          <a:p>
            <a:pPr marL="0" marR="0" lvl="0" indent="0" algn="just" rtl="0">
              <a:buNone/>
            </a:pPr>
            <a:r>
              <a:rPr lang="es-MX" b="1" i="0" u="none" strike="noStrike" kern="100" baseline="0" dirty="0">
                <a:solidFill>
                  <a:srgbClr val="0F4761"/>
                </a:solidFill>
                <a:latin typeface="Century Gothic" panose="020B0502020202020204" pitchFamily="34" charset="0"/>
              </a:rPr>
              <a:t>¿</a:t>
            </a:r>
            <a:r>
              <a:rPr lang="es-MX" b="0" i="0" u="none" strike="noStrike" kern="100" baseline="0" dirty="0">
                <a:solidFill>
                  <a:srgbClr val="0F4761"/>
                </a:solidFill>
                <a:latin typeface="Century Gothic" panose="020B0502020202020204" pitchFamily="34" charset="0"/>
              </a:rPr>
              <a:t>Derecho Informático (DI) vs. Informática Jurídica (IJ)</a:t>
            </a:r>
            <a:r>
              <a:rPr lang="es-MX" b="1" i="0" u="none" strike="noStrike" kern="100" baseline="0" dirty="0">
                <a:solidFill>
                  <a:srgbClr val="0F4761"/>
                </a:solidFill>
                <a:latin typeface="Century Gothic" panose="020B0502020202020204" pitchFamily="34" charset="0"/>
              </a:rPr>
              <a:t>?</a:t>
            </a:r>
          </a:p>
          <a:p>
            <a:pPr marL="457200" marR="0" lvl="1" indent="0" algn="just" rtl="0">
              <a:buNone/>
            </a:pPr>
            <a:r>
              <a:rPr lang="es-ES" b="1" i="0" u="none" strike="noStrike" kern="100" baseline="0" dirty="0">
                <a:solidFill>
                  <a:srgbClr val="0F4761"/>
                </a:solidFill>
                <a:latin typeface="Century Gothic" panose="020B0502020202020204" pitchFamily="34" charset="0"/>
              </a:rPr>
              <a:t>No son lo mismo</a:t>
            </a:r>
            <a:r>
              <a:rPr lang="es-ES" b="0" i="0" u="none" strike="noStrike" kern="100" baseline="0" dirty="0">
                <a:solidFill>
                  <a:srgbClr val="0F4761"/>
                </a:solidFill>
                <a:latin typeface="Century Gothic" panose="020B0502020202020204" pitchFamily="34" charset="0"/>
              </a:rPr>
              <a:t>. Son dos caras de la misma revolución digital en el Derecho.</a:t>
            </a:r>
          </a:p>
          <a:p>
            <a:pPr marL="457200" marR="0" lvl="1" indent="0" algn="just" rtl="0">
              <a:buNone/>
            </a:pPr>
            <a:r>
              <a:rPr lang="es-ES" b="0" i="0" u="none" strike="noStrike" kern="100" baseline="0" dirty="0">
                <a:solidFill>
                  <a:srgbClr val="0F4761"/>
                </a:solidFill>
                <a:latin typeface="Century Gothic" panose="020B0502020202020204" pitchFamily="34" charset="0"/>
              </a:rPr>
              <a:t>Piensen en la Medicina. El DI es el estudio de las enfermedades causadas por la tecnología (ciberdelitos). La IJ es el estudio de las herramientas tecnológicas para curar o diagnosticar (bases de datos de leyes).</a:t>
            </a:r>
          </a:p>
        </p:txBody>
      </p:sp>
    </p:spTree>
    <p:extLst>
      <p:ext uri="{BB962C8B-B14F-4D97-AF65-F5344CB8AC3E}">
        <p14:creationId xmlns:p14="http://schemas.microsoft.com/office/powerpoint/2010/main" val="1565056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215B3D-AA35-D2BF-8454-8070D957695B}"/>
              </a:ext>
            </a:extLst>
          </p:cNvPr>
          <p:cNvSpPr>
            <a:spLocks noGrp="1"/>
          </p:cNvSpPr>
          <p:nvPr>
            <p:ph type="title"/>
          </p:nvPr>
        </p:nvSpPr>
        <p:spPr/>
        <p:txBody>
          <a:bodyPr/>
          <a:lstStyle/>
          <a:p>
            <a:pPr marR="0" rtl="0"/>
            <a:r>
              <a:rPr lang="es-ES" b="0" i="0" u="none" strike="noStrike" kern="100" baseline="0" dirty="0">
                <a:solidFill>
                  <a:srgbClr val="0F4761"/>
                </a:solidFill>
                <a:latin typeface="Century Gothic" panose="020B0502020202020204" pitchFamily="34" charset="0"/>
              </a:rPr>
              <a:t>Derecho Informático (DI): El "Objeto"</a:t>
            </a:r>
          </a:p>
        </p:txBody>
      </p:sp>
      <p:sp>
        <p:nvSpPr>
          <p:cNvPr id="3" name="Marcador de texto 2">
            <a:extLst>
              <a:ext uri="{FF2B5EF4-FFF2-40B4-BE49-F238E27FC236}">
                <a16:creationId xmlns:a16="http://schemas.microsoft.com/office/drawing/2014/main" id="{8AAC3716-9D87-E6E8-60F0-23B34ADD34F7}"/>
              </a:ext>
            </a:extLst>
          </p:cNvPr>
          <p:cNvSpPr>
            <a:spLocks noGrp="1"/>
          </p:cNvSpPr>
          <p:nvPr>
            <p:ph type="body" idx="1"/>
          </p:nvPr>
        </p:nvSpPr>
        <p:spPr>
          <a:xfrm>
            <a:off x="913775" y="1933731"/>
            <a:ext cx="10364452" cy="3857469"/>
          </a:xfrm>
        </p:spPr>
        <p:txBody>
          <a:bodyPr anchor="ctr"/>
          <a:lstStyle/>
          <a:p>
            <a:pPr marL="0" marR="0" lvl="0" indent="0" algn="just" rtl="0">
              <a:buNone/>
            </a:pPr>
            <a:r>
              <a:rPr lang="es-ES" b="0" i="0" u="none" strike="noStrike" kern="100" baseline="0" dirty="0">
                <a:solidFill>
                  <a:srgbClr val="0F4761"/>
                </a:solidFill>
                <a:latin typeface="Century Gothic" panose="020B0502020202020204" pitchFamily="34" charset="0"/>
              </a:rPr>
              <a:t>El Derecho DE la Tecnología (DI)</a:t>
            </a:r>
          </a:p>
          <a:p>
            <a:pPr marL="457200" marR="0" lvl="1" indent="0" algn="just" rtl="0">
              <a:buNone/>
            </a:pPr>
            <a:r>
              <a:rPr lang="es-ES" b="0" i="0" u="none" strike="noStrike" kern="100" baseline="0" dirty="0">
                <a:solidFill>
                  <a:srgbClr val="0F4761"/>
                </a:solidFill>
                <a:latin typeface="Century Gothic" panose="020B0502020202020204" pitchFamily="34" charset="0"/>
              </a:rPr>
              <a:t>Rama que estudia las normas que regulan el uso y el impacto de la tecnología en la sociedad.</a:t>
            </a:r>
          </a:p>
          <a:p>
            <a:pPr marR="0" lvl="1" algn="just" rtl="0"/>
            <a:endParaRPr lang="es-ES" b="0" i="0" u="none" strike="noStrike" kern="100" baseline="0" dirty="0">
              <a:solidFill>
                <a:srgbClr val="0F4761"/>
              </a:solidFill>
              <a:latin typeface="Century Gothic" panose="020B0502020202020204" pitchFamily="34" charset="0"/>
            </a:endParaRPr>
          </a:p>
          <a:p>
            <a:pPr marL="457200" marR="0" lvl="1" indent="0" algn="just" rtl="0">
              <a:buNone/>
            </a:pPr>
            <a:r>
              <a:rPr lang="es-ES" b="0" i="0" u="none" strike="noStrike" kern="100" baseline="0" dirty="0">
                <a:solidFill>
                  <a:srgbClr val="0F4761"/>
                </a:solidFill>
                <a:latin typeface="Century Gothic" panose="020B0502020202020204" pitchFamily="34" charset="0"/>
              </a:rPr>
              <a:t>Objeto de Estudio: </a:t>
            </a:r>
            <a:r>
              <a:rPr lang="es-ES" b="1" i="0" u="none" strike="noStrike" kern="100" baseline="0" dirty="0">
                <a:solidFill>
                  <a:srgbClr val="0F4761"/>
                </a:solidFill>
                <a:latin typeface="Century Gothic" panose="020B0502020202020204" pitchFamily="34" charset="0"/>
              </a:rPr>
              <a:t>La Informática como fuente de problemas y relaciones legales (</a:t>
            </a:r>
            <a:r>
              <a:rPr lang="es-ES" b="1" i="1" u="none" strike="noStrike" kern="100" baseline="0" dirty="0">
                <a:solidFill>
                  <a:srgbClr val="0F4761"/>
                </a:solidFill>
                <a:latin typeface="Century Gothic" panose="020B0502020202020204" pitchFamily="34" charset="0"/>
              </a:rPr>
              <a:t>e-</a:t>
            </a:r>
            <a:r>
              <a:rPr lang="es-ES" b="1" i="1" u="none" strike="noStrike" kern="100" baseline="0" dirty="0" err="1">
                <a:solidFill>
                  <a:srgbClr val="0F4761"/>
                </a:solidFill>
                <a:latin typeface="Century Gothic" panose="020B0502020202020204" pitchFamily="34" charset="0"/>
              </a:rPr>
              <a:t>commerce</a:t>
            </a:r>
            <a:r>
              <a:rPr lang="es-ES" b="1" i="1" u="none" strike="noStrike" kern="100" baseline="0" dirty="0">
                <a:solidFill>
                  <a:srgbClr val="0F4761"/>
                </a:solidFill>
                <a:latin typeface="Century Gothic" panose="020B0502020202020204" pitchFamily="34" charset="0"/>
              </a:rPr>
              <a:t>, hacking</a:t>
            </a:r>
            <a:r>
              <a:rPr lang="es-ES" b="1" i="0" u="none" strike="noStrike" kern="100" baseline="0" dirty="0">
                <a:solidFill>
                  <a:srgbClr val="0F4761"/>
                </a:solidFill>
                <a:latin typeface="Century Gothic" panose="020B0502020202020204" pitchFamily="34" charset="0"/>
              </a:rPr>
              <a:t>, protección de datos)</a:t>
            </a:r>
            <a:r>
              <a:rPr lang="es-ES" b="0" i="0" u="none" strike="noStrike" kern="100" baseline="0" dirty="0">
                <a:solidFill>
                  <a:srgbClr val="0F4761"/>
                </a:solidFill>
                <a:latin typeface="Century Gothic" panose="020B0502020202020204" pitchFamily="34" charset="0"/>
              </a:rPr>
              <a:t>.</a:t>
            </a:r>
          </a:p>
        </p:txBody>
      </p:sp>
      <p:pic>
        <p:nvPicPr>
          <p:cNvPr id="4" name="Imagen 3">
            <a:extLst>
              <a:ext uri="{FF2B5EF4-FFF2-40B4-BE49-F238E27FC236}">
                <a16:creationId xmlns:a16="http://schemas.microsoft.com/office/drawing/2014/main" id="{E4E798A0-AC08-3FD9-C1C7-BEF51E06BCC4}"/>
              </a:ext>
            </a:extLst>
          </p:cNvPr>
          <p:cNvPicPr>
            <a:picLocks noChangeAspect="1"/>
          </p:cNvPicPr>
          <p:nvPr/>
        </p:nvPicPr>
        <p:blipFill>
          <a:blip r:embed="rId2"/>
          <a:stretch>
            <a:fillRect/>
          </a:stretch>
        </p:blipFill>
        <p:spPr>
          <a:xfrm>
            <a:off x="8714672" y="1690688"/>
            <a:ext cx="2047875" cy="1638300"/>
          </a:xfrm>
          <a:prstGeom prst="rect">
            <a:avLst/>
          </a:prstGeom>
        </p:spPr>
      </p:pic>
    </p:spTree>
    <p:extLst>
      <p:ext uri="{BB962C8B-B14F-4D97-AF65-F5344CB8AC3E}">
        <p14:creationId xmlns:p14="http://schemas.microsoft.com/office/powerpoint/2010/main" val="4216942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E34E91-846A-578D-BF57-77F98F8F96AF}"/>
              </a:ext>
            </a:extLst>
          </p:cNvPr>
          <p:cNvSpPr>
            <a:spLocks noGrp="1"/>
          </p:cNvSpPr>
          <p:nvPr>
            <p:ph type="title"/>
          </p:nvPr>
        </p:nvSpPr>
        <p:spPr/>
        <p:txBody>
          <a:bodyPr/>
          <a:lstStyle/>
          <a:p>
            <a:pPr marR="0" rtl="0"/>
            <a:r>
              <a:rPr lang="es-ES" b="0" i="0" u="none" strike="noStrike" kern="100" baseline="0" dirty="0">
                <a:solidFill>
                  <a:srgbClr val="0F4761"/>
                </a:solidFill>
                <a:latin typeface="Century Gothic" panose="020B0502020202020204" pitchFamily="34" charset="0"/>
              </a:rPr>
              <a:t>Informática Jurídica (IJ): </a:t>
            </a:r>
            <a:r>
              <a:rPr lang="es-ES" b="1" i="0" u="none" strike="noStrike" kern="100" baseline="0" dirty="0">
                <a:solidFill>
                  <a:srgbClr val="0F4761"/>
                </a:solidFill>
                <a:latin typeface="Century Gothic" panose="020B0502020202020204" pitchFamily="34" charset="0"/>
              </a:rPr>
              <a:t>La "Herramienta"</a:t>
            </a:r>
          </a:p>
        </p:txBody>
      </p:sp>
      <p:sp>
        <p:nvSpPr>
          <p:cNvPr id="3" name="Marcador de texto 2">
            <a:extLst>
              <a:ext uri="{FF2B5EF4-FFF2-40B4-BE49-F238E27FC236}">
                <a16:creationId xmlns:a16="http://schemas.microsoft.com/office/drawing/2014/main" id="{6F65ED7C-F085-E45A-4BE8-1004E48A0DA7}"/>
              </a:ext>
            </a:extLst>
          </p:cNvPr>
          <p:cNvSpPr>
            <a:spLocks noGrp="1"/>
          </p:cNvSpPr>
          <p:nvPr>
            <p:ph type="body" idx="1"/>
          </p:nvPr>
        </p:nvSpPr>
        <p:spPr/>
        <p:txBody>
          <a:bodyPr anchor="ctr"/>
          <a:lstStyle/>
          <a:p>
            <a:pPr marL="0" marR="0" lvl="0" indent="0" algn="just" rtl="0">
              <a:buNone/>
            </a:pPr>
            <a:r>
              <a:rPr lang="es-ES" b="0" i="0" u="none" strike="noStrike" kern="100" baseline="0" dirty="0">
                <a:solidFill>
                  <a:srgbClr val="0F4761"/>
                </a:solidFill>
                <a:latin typeface="Century Gothic" panose="020B0502020202020204" pitchFamily="34" charset="0"/>
              </a:rPr>
              <a:t>El Derecho CON la Tecnología (IJ)</a:t>
            </a:r>
          </a:p>
          <a:p>
            <a:pPr marR="0" lvl="1" algn="just" rtl="0"/>
            <a:endParaRPr lang="es-ES" b="0" i="0" u="none" strike="noStrike" kern="100" baseline="0" dirty="0">
              <a:solidFill>
                <a:srgbClr val="0F4761"/>
              </a:solidFill>
              <a:latin typeface="Century Gothic" panose="020B0502020202020204" pitchFamily="34" charset="0"/>
            </a:endParaRPr>
          </a:p>
          <a:p>
            <a:pPr marL="457200" marR="0" lvl="1" indent="0" algn="just" rtl="0">
              <a:buNone/>
            </a:pPr>
            <a:r>
              <a:rPr lang="es-ES" b="0" i="0" u="none" strike="noStrike" kern="100" baseline="0" dirty="0">
                <a:solidFill>
                  <a:srgbClr val="0F4761"/>
                </a:solidFill>
                <a:latin typeface="Century Gothic" panose="020B0502020202020204" pitchFamily="34" charset="0"/>
              </a:rPr>
              <a:t>Disciplina que aplica la Informática como instrumento para optimizar el trabajo del jurista.</a:t>
            </a:r>
          </a:p>
          <a:p>
            <a:pPr marL="457200" marR="0" lvl="1" indent="0" algn="just" rtl="0">
              <a:buNone/>
            </a:pPr>
            <a:endParaRPr lang="es-ES" b="0" i="0" u="none" strike="noStrike" kern="100" baseline="0" dirty="0">
              <a:solidFill>
                <a:srgbClr val="0F4761"/>
              </a:solidFill>
              <a:latin typeface="Century Gothic" panose="020B0502020202020204" pitchFamily="34" charset="0"/>
            </a:endParaRPr>
          </a:p>
          <a:p>
            <a:pPr marL="914400" marR="0" lvl="2" indent="0" algn="just" rtl="0">
              <a:buNone/>
            </a:pPr>
            <a:r>
              <a:rPr lang="es-ES" b="0" i="1" u="none" strike="noStrike" kern="100" baseline="0" dirty="0">
                <a:solidFill>
                  <a:srgbClr val="0F4761"/>
                </a:solidFill>
                <a:latin typeface="Century Gothic" panose="020B0502020202020204" pitchFamily="34" charset="0"/>
              </a:rPr>
              <a:t>Objeto de Estudio: </a:t>
            </a:r>
            <a:r>
              <a:rPr lang="es-ES" b="1" i="1" u="none" strike="noStrike" kern="100" baseline="0" dirty="0">
                <a:solidFill>
                  <a:srgbClr val="0F4761"/>
                </a:solidFill>
                <a:latin typeface="Century Gothic" panose="020B0502020202020204" pitchFamily="34" charset="0"/>
              </a:rPr>
              <a:t>La Informática como herramienta para la gestión, la documentación y la toma de decisiones en el ámbito legal (bases de datos, </a:t>
            </a:r>
            <a:r>
              <a:rPr lang="es-ES" b="1" i="1" u="none" strike="noStrike" kern="100" baseline="0" dirty="0" err="1">
                <a:solidFill>
                  <a:srgbClr val="0F4761"/>
                </a:solidFill>
                <a:latin typeface="Century Gothic" panose="020B0502020202020204" pitchFamily="34" charset="0"/>
              </a:rPr>
              <a:t>LegalTech</a:t>
            </a:r>
            <a:r>
              <a:rPr lang="es-ES" b="1" i="1" u="none" strike="noStrike" kern="100" baseline="0" dirty="0">
                <a:solidFill>
                  <a:srgbClr val="0F4761"/>
                </a:solidFill>
                <a:latin typeface="Century Gothic" panose="020B0502020202020204" pitchFamily="34" charset="0"/>
              </a:rPr>
              <a:t>, e-</a:t>
            </a:r>
            <a:r>
              <a:rPr lang="es-ES" b="1" i="1" u="none" strike="noStrike" kern="100" baseline="0" dirty="0" err="1">
                <a:solidFill>
                  <a:srgbClr val="0F4761"/>
                </a:solidFill>
                <a:latin typeface="Century Gothic" panose="020B0502020202020204" pitchFamily="34" charset="0"/>
              </a:rPr>
              <a:t>Justice</a:t>
            </a:r>
            <a:r>
              <a:rPr lang="es-ES" b="1" i="1" u="none" strike="noStrike" kern="100" baseline="0" dirty="0">
                <a:solidFill>
                  <a:srgbClr val="0F4761"/>
                </a:solidFill>
                <a:latin typeface="Century Gothic" panose="020B0502020202020204" pitchFamily="34" charset="0"/>
              </a:rPr>
              <a:t>)</a:t>
            </a:r>
            <a:r>
              <a:rPr lang="es-ES" b="0" i="1" u="none" strike="noStrike" kern="100" baseline="0" dirty="0">
                <a:solidFill>
                  <a:srgbClr val="0F4761"/>
                </a:solidFill>
                <a:latin typeface="Century Gothic" panose="020B0502020202020204" pitchFamily="34" charset="0"/>
              </a:rPr>
              <a:t>.</a:t>
            </a:r>
          </a:p>
        </p:txBody>
      </p:sp>
    </p:spTree>
    <p:extLst>
      <p:ext uri="{BB962C8B-B14F-4D97-AF65-F5344CB8AC3E}">
        <p14:creationId xmlns:p14="http://schemas.microsoft.com/office/powerpoint/2010/main" val="449149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4A9BAC-D210-8C6C-F177-419D41BF5651}"/>
              </a:ext>
            </a:extLst>
          </p:cNvPr>
          <p:cNvSpPr>
            <a:spLocks noGrp="1"/>
          </p:cNvSpPr>
          <p:nvPr>
            <p:ph type="title"/>
          </p:nvPr>
        </p:nvSpPr>
        <p:spPr/>
        <p:txBody>
          <a:bodyPr/>
          <a:lstStyle/>
          <a:p>
            <a:pPr marR="0" rtl="0"/>
            <a:r>
              <a:rPr lang="es-ES" b="0" i="0" u="none" strike="noStrike" kern="100" baseline="0" dirty="0">
                <a:solidFill>
                  <a:srgbClr val="0F4761"/>
                </a:solidFill>
                <a:latin typeface="Century Gothic" panose="020B0502020202020204" pitchFamily="34" charset="0"/>
              </a:rPr>
              <a:t>La Gran División del Derecho Informático (DI)</a:t>
            </a:r>
          </a:p>
        </p:txBody>
      </p:sp>
      <p:sp>
        <p:nvSpPr>
          <p:cNvPr id="3" name="Marcador de texto 2">
            <a:extLst>
              <a:ext uri="{FF2B5EF4-FFF2-40B4-BE49-F238E27FC236}">
                <a16:creationId xmlns:a16="http://schemas.microsoft.com/office/drawing/2014/main" id="{06586789-4259-2373-ED9C-941F29554AEA}"/>
              </a:ext>
            </a:extLst>
          </p:cNvPr>
          <p:cNvSpPr>
            <a:spLocks noGrp="1"/>
          </p:cNvSpPr>
          <p:nvPr>
            <p:ph type="body" idx="1"/>
          </p:nvPr>
        </p:nvSpPr>
        <p:spPr/>
        <p:txBody>
          <a:bodyPr anchor="ctr"/>
          <a:lstStyle/>
          <a:p>
            <a:pPr marL="457200" marR="0" lvl="0" indent="-457200" algn="just" rtl="0">
              <a:buFont typeface="+mj-lt"/>
              <a:buAutoNum type="arabicPeriod"/>
            </a:pPr>
            <a:r>
              <a:rPr lang="es-MX" b="0" i="0" u="none" strike="noStrike" kern="100" baseline="0" dirty="0">
                <a:solidFill>
                  <a:srgbClr val="0F4761"/>
                </a:solidFill>
                <a:latin typeface="Century Gothic" panose="020B0502020202020204" pitchFamily="34" charset="0"/>
              </a:rPr>
              <a:t>DI: Sustantivo y Adjetivo</a:t>
            </a:r>
            <a:endParaRPr lang="es-MX" i="0" u="none" strike="noStrike" kern="100" baseline="0" dirty="0">
              <a:solidFill>
                <a:srgbClr val="0F4761"/>
              </a:solidFill>
              <a:latin typeface="Century Gothic" panose="020B0502020202020204" pitchFamily="34" charset="0"/>
            </a:endParaRPr>
          </a:p>
          <a:p>
            <a:pPr marL="800100" marR="0" lvl="1" indent="-342900" algn="just" rtl="0">
              <a:buFont typeface="+mj-lt"/>
              <a:buAutoNum type="arabicPeriod"/>
            </a:pPr>
            <a:r>
              <a:rPr lang="es-ES" b="0" i="0" u="none" strike="noStrike" kern="100" baseline="0" dirty="0">
                <a:solidFill>
                  <a:srgbClr val="0F4761"/>
                </a:solidFill>
                <a:latin typeface="Century Gothic" panose="020B0502020202020204" pitchFamily="34" charset="0"/>
              </a:rPr>
              <a:t>Regulación del Contenido (Propiedad Intelectual, Datos Personales).</a:t>
            </a:r>
          </a:p>
          <a:p>
            <a:pPr marL="457200" marR="0" lvl="1" indent="0" algn="just" rtl="0">
              <a:buNone/>
            </a:pPr>
            <a:r>
              <a:rPr lang="es-ES" b="1" i="0" u="none" strike="noStrike" kern="100" baseline="0" dirty="0">
                <a:solidFill>
                  <a:srgbClr val="0F4761"/>
                </a:solidFill>
                <a:latin typeface="Century Gothic" panose="020B0502020202020204" pitchFamily="34" charset="0"/>
              </a:rPr>
              <a:t>2.</a:t>
            </a:r>
            <a:r>
              <a:rPr lang="es-ES" b="0" i="0" u="none" strike="noStrike" kern="100" baseline="0" dirty="0">
                <a:solidFill>
                  <a:srgbClr val="0F4761"/>
                </a:solidFill>
                <a:latin typeface="Century Gothic" panose="020B0502020202020204" pitchFamily="34" charset="0"/>
              </a:rPr>
              <a:t> Regulación del Medio (Ciberdelitos, Firma Electrónica, Evidencia Digital).</a:t>
            </a:r>
          </a:p>
          <a:p>
            <a:pPr marL="914400" marR="0" lvl="2" indent="0" algn="just" rtl="0">
              <a:buNone/>
            </a:pPr>
            <a:endParaRPr lang="es-ES" b="0" i="1" u="none" strike="noStrike" kern="100" baseline="0" dirty="0">
              <a:solidFill>
                <a:srgbClr val="0F4761"/>
              </a:solidFill>
              <a:latin typeface="Century Gothic" panose="020B0502020202020204" pitchFamily="34" charset="0"/>
            </a:endParaRPr>
          </a:p>
          <a:p>
            <a:pPr marL="914400" marR="0" lvl="2" indent="0" algn="just" rtl="0">
              <a:buNone/>
            </a:pPr>
            <a:r>
              <a:rPr lang="es-ES" b="0" i="1" u="none" strike="noStrike" kern="100" baseline="0" dirty="0">
                <a:solidFill>
                  <a:srgbClr val="0F4761"/>
                </a:solidFill>
                <a:latin typeface="Century Gothic" panose="020B0502020202020204" pitchFamily="34" charset="0"/>
              </a:rPr>
              <a:t>Es como el Código Penal (sustantivo, define el delito) y el Código Procesal Penal (adjetivo, define cómo se investiga).</a:t>
            </a:r>
          </a:p>
        </p:txBody>
      </p:sp>
    </p:spTree>
    <p:extLst>
      <p:ext uri="{BB962C8B-B14F-4D97-AF65-F5344CB8AC3E}">
        <p14:creationId xmlns:p14="http://schemas.microsoft.com/office/powerpoint/2010/main" val="278526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BD58B5-4794-4A65-3644-2149BDDBB3C5}"/>
              </a:ext>
            </a:extLst>
          </p:cNvPr>
          <p:cNvSpPr>
            <a:spLocks noGrp="1"/>
          </p:cNvSpPr>
          <p:nvPr>
            <p:ph type="title"/>
          </p:nvPr>
        </p:nvSpPr>
        <p:spPr/>
        <p:txBody>
          <a:bodyPr/>
          <a:lstStyle/>
          <a:p>
            <a:pPr marR="0" rtl="0"/>
            <a:r>
              <a:rPr lang="es-ES" b="0" i="0" u="none" strike="noStrike" kern="100" baseline="0" dirty="0">
                <a:solidFill>
                  <a:srgbClr val="0F4761"/>
                </a:solidFill>
                <a:latin typeface="Century Gothic" panose="020B0502020202020204" pitchFamily="34" charset="0"/>
              </a:rPr>
              <a:t>Las Ramas de la Informática Jurídica (IJ)</a:t>
            </a:r>
          </a:p>
        </p:txBody>
      </p:sp>
      <p:sp>
        <p:nvSpPr>
          <p:cNvPr id="3" name="Marcador de texto 2">
            <a:extLst>
              <a:ext uri="{FF2B5EF4-FFF2-40B4-BE49-F238E27FC236}">
                <a16:creationId xmlns:a16="http://schemas.microsoft.com/office/drawing/2014/main" id="{694F597A-8E73-DBDE-A3A7-29C212563684}"/>
              </a:ext>
            </a:extLst>
          </p:cNvPr>
          <p:cNvSpPr>
            <a:spLocks noGrp="1"/>
          </p:cNvSpPr>
          <p:nvPr>
            <p:ph type="body" idx="1"/>
          </p:nvPr>
        </p:nvSpPr>
        <p:spPr/>
        <p:txBody>
          <a:bodyPr anchor="ctr"/>
          <a:lstStyle/>
          <a:p>
            <a:pPr marL="0" marR="0" lvl="0" indent="0" algn="just" rtl="0">
              <a:buNone/>
            </a:pPr>
            <a:r>
              <a:rPr lang="es-ES" b="1" i="0" u="none" strike="noStrike" kern="100" baseline="0" dirty="0">
                <a:solidFill>
                  <a:srgbClr val="0F4761"/>
                </a:solidFill>
                <a:latin typeface="Century Gothic" panose="020B0502020202020204" pitchFamily="34" charset="0"/>
              </a:rPr>
              <a:t>IJ:</a:t>
            </a:r>
            <a:r>
              <a:rPr lang="es-ES" b="0" i="0" u="none" strike="noStrike" kern="100" baseline="0" dirty="0">
                <a:solidFill>
                  <a:srgbClr val="0F4761"/>
                </a:solidFill>
                <a:latin typeface="Century Gothic" panose="020B0502020202020204" pitchFamily="34" charset="0"/>
              </a:rPr>
              <a:t> Documental, de Gestión y Decisoria</a:t>
            </a:r>
          </a:p>
          <a:p>
            <a:pPr marR="0" lvl="1" algn="just" rtl="0"/>
            <a:r>
              <a:rPr lang="es-ES" b="1" i="0" u="none" strike="noStrike" kern="100" baseline="0" dirty="0">
                <a:solidFill>
                  <a:srgbClr val="0F4761"/>
                </a:solidFill>
                <a:latin typeface="Century Gothic" panose="020B0502020202020204" pitchFamily="34" charset="0"/>
              </a:rPr>
              <a:t>Documental:</a:t>
            </a:r>
            <a:r>
              <a:rPr lang="es-ES" b="0" i="0" u="none" strike="noStrike" kern="100" baseline="0" dirty="0">
                <a:solidFill>
                  <a:srgbClr val="0F4761"/>
                </a:solidFill>
                <a:latin typeface="Century Gothic" panose="020B0502020202020204" pitchFamily="34" charset="0"/>
              </a:rPr>
              <a:t> Creación de bases de datos de leyes, jurisprudencia y doctrina.</a:t>
            </a:r>
          </a:p>
          <a:p>
            <a:pPr marR="0" lvl="1" algn="just" rtl="0"/>
            <a:r>
              <a:rPr lang="es-ES" b="1" i="0" u="none" strike="noStrike" kern="100" baseline="0" dirty="0">
                <a:solidFill>
                  <a:srgbClr val="0F4761"/>
                </a:solidFill>
                <a:latin typeface="Century Gothic" panose="020B0502020202020204" pitchFamily="34" charset="0"/>
              </a:rPr>
              <a:t>De Gestión:</a:t>
            </a:r>
            <a:r>
              <a:rPr lang="es-ES" b="0" i="0" u="none" strike="noStrike" kern="100" baseline="0" dirty="0">
                <a:solidFill>
                  <a:srgbClr val="0F4761"/>
                </a:solidFill>
                <a:latin typeface="Century Gothic" panose="020B0502020202020204" pitchFamily="34" charset="0"/>
              </a:rPr>
              <a:t> Automatización de despachos y tribunales (software de case </a:t>
            </a:r>
            <a:r>
              <a:rPr lang="es-ES" b="0" i="0" u="none" strike="noStrike" kern="100" baseline="0" dirty="0" err="1">
                <a:solidFill>
                  <a:srgbClr val="0F4761"/>
                </a:solidFill>
                <a:latin typeface="Century Gothic" panose="020B0502020202020204" pitchFamily="34" charset="0"/>
              </a:rPr>
              <a:t>management</a:t>
            </a:r>
            <a:r>
              <a:rPr lang="es-ES" b="0" i="0" u="none" strike="noStrike" kern="100" baseline="0" dirty="0">
                <a:solidFill>
                  <a:srgbClr val="0F4761"/>
                </a:solidFill>
                <a:latin typeface="Century Gothic" panose="020B0502020202020204" pitchFamily="34" charset="0"/>
              </a:rPr>
              <a:t>).</a:t>
            </a:r>
          </a:p>
          <a:p>
            <a:pPr marR="0" lvl="1" algn="just" rtl="0"/>
            <a:r>
              <a:rPr lang="es-MX" b="1" i="0" u="none" strike="noStrike" kern="100" baseline="0" dirty="0">
                <a:solidFill>
                  <a:srgbClr val="0F4761"/>
                </a:solidFill>
                <a:latin typeface="Century Gothic" panose="020B0502020202020204" pitchFamily="34" charset="0"/>
              </a:rPr>
              <a:t>Decisoria:</a:t>
            </a:r>
            <a:r>
              <a:rPr lang="es-MX" b="0" i="0" u="none" strike="noStrike" kern="100" baseline="0" dirty="0">
                <a:solidFill>
                  <a:srgbClr val="0F4761"/>
                </a:solidFill>
                <a:latin typeface="Century Gothic" panose="020B0502020202020204" pitchFamily="34" charset="0"/>
              </a:rPr>
              <a:t> Sistemas expertos o de IA para predecir fallos.</a:t>
            </a:r>
          </a:p>
        </p:txBody>
      </p:sp>
      <p:pic>
        <p:nvPicPr>
          <p:cNvPr id="4" name="Imagen 3">
            <a:extLst>
              <a:ext uri="{FF2B5EF4-FFF2-40B4-BE49-F238E27FC236}">
                <a16:creationId xmlns:a16="http://schemas.microsoft.com/office/drawing/2014/main" id="{CE964696-5AAC-19E3-110C-B4BD52D44877}"/>
              </a:ext>
            </a:extLst>
          </p:cNvPr>
          <p:cNvPicPr>
            <a:picLocks noChangeAspect="1"/>
          </p:cNvPicPr>
          <p:nvPr/>
        </p:nvPicPr>
        <p:blipFill rotWithShape="1">
          <a:blip r:embed="rId2"/>
          <a:srcRect r="10308" b="7672"/>
          <a:stretch/>
        </p:blipFill>
        <p:spPr>
          <a:xfrm>
            <a:off x="9142439" y="1670154"/>
            <a:ext cx="2135786" cy="1758846"/>
          </a:xfrm>
          <a:prstGeom prst="rect">
            <a:avLst/>
          </a:prstGeom>
        </p:spPr>
      </p:pic>
    </p:spTree>
    <p:extLst>
      <p:ext uri="{BB962C8B-B14F-4D97-AF65-F5344CB8AC3E}">
        <p14:creationId xmlns:p14="http://schemas.microsoft.com/office/powerpoint/2010/main" val="1182247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DDB4CF-89BC-DBDB-2AD9-1E76DC407EBB}"/>
              </a:ext>
            </a:extLst>
          </p:cNvPr>
          <p:cNvSpPr>
            <a:spLocks noGrp="1"/>
          </p:cNvSpPr>
          <p:nvPr>
            <p:ph type="title"/>
          </p:nvPr>
        </p:nvSpPr>
        <p:spPr/>
        <p:txBody>
          <a:bodyPr/>
          <a:lstStyle/>
          <a:p>
            <a:pPr marR="0" algn="ctr" rtl="0"/>
            <a:r>
              <a:rPr lang="es-MX" b="0" i="0" u="none" strike="noStrike" kern="100" baseline="0" dirty="0">
                <a:solidFill>
                  <a:srgbClr val="0F4761"/>
                </a:solidFill>
                <a:latin typeface="Century Gothic" panose="020B0502020202020204" pitchFamily="34" charset="0"/>
              </a:rPr>
              <a:t>Dilema Legal 1:</a:t>
            </a:r>
            <a:br>
              <a:rPr lang="es-MX" b="0" i="0" u="none" strike="noStrike" kern="100" baseline="0" dirty="0">
                <a:solidFill>
                  <a:srgbClr val="0F4761"/>
                </a:solidFill>
                <a:latin typeface="Century Gothic" panose="020B0502020202020204" pitchFamily="34" charset="0"/>
              </a:rPr>
            </a:br>
            <a:r>
              <a:rPr lang="es-MX" b="1" i="0" u="none" strike="noStrike" kern="100" baseline="0" dirty="0">
                <a:solidFill>
                  <a:srgbClr val="0F4761"/>
                </a:solidFill>
                <a:latin typeface="Century Gothic" panose="020B0502020202020204" pitchFamily="34" charset="0"/>
              </a:rPr>
              <a:t>El Algoritmo Discriminador</a:t>
            </a:r>
          </a:p>
        </p:txBody>
      </p:sp>
      <p:sp>
        <p:nvSpPr>
          <p:cNvPr id="3" name="Marcador de texto 2">
            <a:extLst>
              <a:ext uri="{FF2B5EF4-FFF2-40B4-BE49-F238E27FC236}">
                <a16:creationId xmlns:a16="http://schemas.microsoft.com/office/drawing/2014/main" id="{E8174FF8-E945-9242-68CC-25211D0340AD}"/>
              </a:ext>
            </a:extLst>
          </p:cNvPr>
          <p:cNvSpPr>
            <a:spLocks noGrp="1"/>
          </p:cNvSpPr>
          <p:nvPr>
            <p:ph type="body" idx="1"/>
          </p:nvPr>
        </p:nvSpPr>
        <p:spPr/>
        <p:txBody>
          <a:bodyPr anchor="ctr"/>
          <a:lstStyle/>
          <a:p>
            <a:pPr marR="0" lvl="0" algn="just" rtl="0"/>
            <a:r>
              <a:rPr lang="es-ES" b="0" i="0" u="none" strike="noStrike" kern="100" baseline="0" dirty="0">
                <a:solidFill>
                  <a:srgbClr val="0F4761"/>
                </a:solidFill>
                <a:latin typeface="Century Gothic" panose="020B0502020202020204" pitchFamily="34" charset="0"/>
              </a:rPr>
              <a:t>El Dilema de la Ética Algorítmica</a:t>
            </a:r>
          </a:p>
          <a:p>
            <a:pPr marL="457200" marR="0" lvl="1" indent="0" algn="just" rtl="0">
              <a:buNone/>
            </a:pPr>
            <a:r>
              <a:rPr lang="es-ES" b="0" i="0" u="none" strike="noStrike" kern="100" baseline="0" dirty="0">
                <a:solidFill>
                  <a:srgbClr val="0F4761"/>
                </a:solidFill>
                <a:latin typeface="Century Gothic" panose="020B0502020202020204" pitchFamily="34" charset="0"/>
              </a:rPr>
              <a:t>Una </a:t>
            </a:r>
            <a:r>
              <a:rPr lang="es-ES" b="1" i="0" u="none" strike="noStrike" kern="100" baseline="0" dirty="0">
                <a:solidFill>
                  <a:srgbClr val="0F4761"/>
                </a:solidFill>
                <a:latin typeface="Century Gothic" panose="020B0502020202020204" pitchFamily="34" charset="0"/>
              </a:rPr>
              <a:t>IA</a:t>
            </a:r>
            <a:r>
              <a:rPr lang="es-ES" b="0" i="0" u="none" strike="noStrike" kern="100" baseline="0" dirty="0">
                <a:solidFill>
                  <a:srgbClr val="0F4761"/>
                </a:solidFill>
                <a:latin typeface="Century Gothic" panose="020B0502020202020204" pitchFamily="34" charset="0"/>
              </a:rPr>
              <a:t> de selección de personal descarta automáticamente currículums de mujeres (porque fue entrenada con datos históricos de un sector dominado por hombres).</a:t>
            </a:r>
          </a:p>
          <a:p>
            <a:pPr marL="914400" marR="0" lvl="2" indent="0" algn="just" rtl="0">
              <a:buNone/>
            </a:pPr>
            <a:r>
              <a:rPr lang="es-ES" b="1" i="1" u="none" strike="noStrike" kern="100" baseline="0" dirty="0">
                <a:latin typeface="Century Gothic" panose="020B0502020202020204" pitchFamily="34" charset="0"/>
              </a:rPr>
              <a:t>¿</a:t>
            </a:r>
            <a:r>
              <a:rPr lang="es-ES" b="0" i="1" u="none" strike="noStrike" kern="100" baseline="0" dirty="0">
                <a:latin typeface="Century Gothic" panose="020B0502020202020204" pitchFamily="34" charset="0"/>
              </a:rPr>
              <a:t>Quién es el responsable legal por la discriminación</a:t>
            </a:r>
            <a:r>
              <a:rPr lang="es-ES" b="1" i="1" u="none" strike="noStrike" kern="100" baseline="0" dirty="0">
                <a:latin typeface="Century Gothic" panose="020B0502020202020204" pitchFamily="34" charset="0"/>
              </a:rPr>
              <a:t>?</a:t>
            </a:r>
            <a:r>
              <a:rPr lang="es-ES" b="0" i="1" u="none" strike="noStrike" kern="100" baseline="0" dirty="0">
                <a:latin typeface="Century Gothic" panose="020B0502020202020204" pitchFamily="34" charset="0"/>
              </a:rPr>
              <a:t> </a:t>
            </a:r>
            <a:r>
              <a:rPr lang="es-ES" b="1" i="1" u="none" strike="noStrike" kern="100" baseline="0" dirty="0">
                <a:latin typeface="Century Gothic" panose="020B0502020202020204" pitchFamily="34" charset="0"/>
              </a:rPr>
              <a:t>¿</a:t>
            </a:r>
            <a:r>
              <a:rPr lang="es-ES" b="0" i="1" u="none" strike="noStrike" kern="100" baseline="0" dirty="0">
                <a:latin typeface="Century Gothic" panose="020B0502020202020204" pitchFamily="34" charset="0"/>
              </a:rPr>
              <a:t>El programador, la empresa que usa el software, o el algoritmo mismo</a:t>
            </a:r>
            <a:r>
              <a:rPr lang="es-ES" b="1" i="1" u="none" strike="noStrike" kern="100" baseline="0" dirty="0">
                <a:latin typeface="Century Gothic" panose="020B0502020202020204" pitchFamily="34" charset="0"/>
              </a:rPr>
              <a:t>?</a:t>
            </a:r>
          </a:p>
          <a:p>
            <a:pPr marR="0" lvl="2" algn="just" rtl="0"/>
            <a:r>
              <a:rPr lang="es-ES" b="1" i="1" u="none" strike="noStrike" kern="100" baseline="0" dirty="0">
                <a:latin typeface="Century Gothic" panose="020B0502020202020204" pitchFamily="34" charset="0"/>
              </a:rPr>
              <a:t>R=</a:t>
            </a:r>
            <a:r>
              <a:rPr lang="es-ES" b="0" i="1" u="none" strike="noStrike" kern="100" baseline="0" dirty="0">
                <a:latin typeface="Century Gothic" panose="020B0502020202020204" pitchFamily="34" charset="0"/>
              </a:rPr>
              <a:t> El Derecho debe establecer la trazabilidad y rendición de cuentas en sistemas autónomos (Responsabilidad Civil Algorítmica).</a:t>
            </a:r>
          </a:p>
        </p:txBody>
      </p:sp>
    </p:spTree>
    <p:extLst>
      <p:ext uri="{BB962C8B-B14F-4D97-AF65-F5344CB8AC3E}">
        <p14:creationId xmlns:p14="http://schemas.microsoft.com/office/powerpoint/2010/main" val="3139970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C25476-C56C-6B81-3CCB-F49CA5A56591}"/>
              </a:ext>
            </a:extLst>
          </p:cNvPr>
          <p:cNvSpPr>
            <a:spLocks noGrp="1"/>
          </p:cNvSpPr>
          <p:nvPr>
            <p:ph type="title"/>
          </p:nvPr>
        </p:nvSpPr>
        <p:spPr/>
        <p:txBody>
          <a:bodyPr/>
          <a:lstStyle/>
          <a:p>
            <a:pPr marR="0" algn="ctr" rtl="0"/>
            <a:r>
              <a:rPr lang="es-MX" b="0" i="0" u="none" strike="noStrike" kern="100" baseline="0" dirty="0">
                <a:solidFill>
                  <a:srgbClr val="0F4761"/>
                </a:solidFill>
                <a:latin typeface="Century Gothic" panose="020B0502020202020204" pitchFamily="34" charset="0"/>
              </a:rPr>
              <a:t>Dilema Legal 2:</a:t>
            </a:r>
            <a:br>
              <a:rPr lang="es-MX" b="0" i="0" u="none" strike="noStrike" kern="100" baseline="0" dirty="0">
                <a:solidFill>
                  <a:srgbClr val="0F4761"/>
                </a:solidFill>
                <a:latin typeface="Century Gothic" panose="020B0502020202020204" pitchFamily="34" charset="0"/>
              </a:rPr>
            </a:br>
            <a:r>
              <a:rPr lang="es-MX" b="1" i="0" u="none" strike="noStrike" kern="100" baseline="0" dirty="0">
                <a:solidFill>
                  <a:srgbClr val="0F4761"/>
                </a:solidFill>
                <a:latin typeface="Century Gothic" panose="020B0502020202020204" pitchFamily="34" charset="0"/>
              </a:rPr>
              <a:t>Evidencia </a:t>
            </a:r>
            <a:r>
              <a:rPr lang="es-MX" b="1" i="1" u="none" strike="noStrike" kern="100" baseline="0" dirty="0">
                <a:solidFill>
                  <a:srgbClr val="0F4761"/>
                </a:solidFill>
                <a:latin typeface="Century Gothic" panose="020B0502020202020204" pitchFamily="34" charset="0"/>
              </a:rPr>
              <a:t>Post Mortem</a:t>
            </a:r>
          </a:p>
        </p:txBody>
      </p:sp>
      <p:sp>
        <p:nvSpPr>
          <p:cNvPr id="3" name="Marcador de texto 2">
            <a:extLst>
              <a:ext uri="{FF2B5EF4-FFF2-40B4-BE49-F238E27FC236}">
                <a16:creationId xmlns:a16="http://schemas.microsoft.com/office/drawing/2014/main" id="{4BB9FB49-65B1-B704-00A3-807F28C285D4}"/>
              </a:ext>
            </a:extLst>
          </p:cNvPr>
          <p:cNvSpPr>
            <a:spLocks noGrp="1"/>
          </p:cNvSpPr>
          <p:nvPr>
            <p:ph type="body" idx="1"/>
          </p:nvPr>
        </p:nvSpPr>
        <p:spPr/>
        <p:txBody>
          <a:bodyPr anchor="ctr"/>
          <a:lstStyle/>
          <a:p>
            <a:pPr marL="0" marR="0" lvl="0" indent="0" algn="just" rtl="0">
              <a:buNone/>
            </a:pPr>
            <a:r>
              <a:rPr lang="es-ES" b="1" i="0" u="none" strike="noStrike" kern="100" baseline="0" dirty="0">
                <a:solidFill>
                  <a:srgbClr val="0F4761"/>
                </a:solidFill>
                <a:latin typeface="Century Gothic" panose="020B0502020202020204" pitchFamily="34" charset="0"/>
              </a:rPr>
              <a:t>El Heredero Digital y la </a:t>
            </a:r>
            <a:r>
              <a:rPr lang="es-ES" b="1" i="1" u="none" strike="noStrike" kern="100" baseline="0" dirty="0" err="1">
                <a:solidFill>
                  <a:srgbClr val="0F4761"/>
                </a:solidFill>
                <a:latin typeface="Century Gothic" panose="020B0502020202020204" pitchFamily="34" charset="0"/>
              </a:rPr>
              <a:t>Password</a:t>
            </a:r>
            <a:endParaRPr lang="es-ES" b="1" i="1" u="none" strike="noStrike" kern="100" baseline="0" dirty="0">
              <a:solidFill>
                <a:srgbClr val="0F4761"/>
              </a:solidFill>
              <a:latin typeface="Century Gothic" panose="020B0502020202020204" pitchFamily="34" charset="0"/>
            </a:endParaRPr>
          </a:p>
          <a:p>
            <a:pPr marL="457200" marR="0" lvl="1" indent="0" algn="just" rtl="0">
              <a:buNone/>
            </a:pPr>
            <a:r>
              <a:rPr lang="es-ES" b="0" i="0" u="none" strike="noStrike" kern="100" baseline="0" dirty="0">
                <a:solidFill>
                  <a:srgbClr val="0F4761"/>
                </a:solidFill>
                <a:latin typeface="Century Gothic" panose="020B0502020202020204" pitchFamily="34" charset="0"/>
              </a:rPr>
              <a:t>Una persona fallece sin dejar la clave de su criptomoneda (</a:t>
            </a:r>
            <a:r>
              <a:rPr lang="es-ES" b="0" i="1" u="none" strike="noStrike" kern="100" baseline="0" dirty="0" err="1">
                <a:solidFill>
                  <a:srgbClr val="0F4761"/>
                </a:solidFill>
                <a:latin typeface="Century Gothic" panose="020B0502020202020204" pitchFamily="34" charset="0"/>
              </a:rPr>
              <a:t>wallet</a:t>
            </a:r>
            <a:r>
              <a:rPr lang="es-ES" b="0" i="0" u="none" strike="noStrike" kern="100" baseline="0" dirty="0">
                <a:solidFill>
                  <a:srgbClr val="0F4761"/>
                </a:solidFill>
                <a:latin typeface="Century Gothic" panose="020B0502020202020204" pitchFamily="34" charset="0"/>
              </a:rPr>
              <a:t>) con millones de dólares.</a:t>
            </a:r>
          </a:p>
          <a:p>
            <a:pPr marL="914400" marR="0" lvl="2" indent="0" algn="just" rtl="0">
              <a:buNone/>
            </a:pPr>
            <a:r>
              <a:rPr lang="es-ES" b="1" i="1" u="none" strike="noStrike" kern="100" baseline="0" dirty="0">
                <a:solidFill>
                  <a:srgbClr val="0F4761"/>
                </a:solidFill>
                <a:latin typeface="Century Gothic" panose="020B0502020202020204" pitchFamily="34" charset="0"/>
              </a:rPr>
              <a:t>¿</a:t>
            </a:r>
            <a:r>
              <a:rPr lang="es-ES" b="0" i="1" u="none" strike="noStrike" kern="100" baseline="0" dirty="0">
                <a:solidFill>
                  <a:srgbClr val="0F4761"/>
                </a:solidFill>
                <a:latin typeface="Century Gothic" panose="020B0502020202020204" pitchFamily="34" charset="0"/>
              </a:rPr>
              <a:t>Tiene el juez la potestad legal para obligar a una empresa como Apple o Google a entregar el contenido digital privado (fotos, correos, bitcoins) a los herederos, rompiendo la privacidad del difunto</a:t>
            </a:r>
            <a:r>
              <a:rPr lang="es-ES" b="1" i="1" u="none" strike="noStrike" kern="100" baseline="0" dirty="0">
                <a:solidFill>
                  <a:srgbClr val="0F4761"/>
                </a:solidFill>
                <a:latin typeface="Century Gothic" panose="020B0502020202020204" pitchFamily="34" charset="0"/>
              </a:rPr>
              <a:t>?</a:t>
            </a:r>
          </a:p>
          <a:p>
            <a:pPr marL="914400" marR="0" lvl="2" indent="0" algn="just" rtl="0">
              <a:buNone/>
            </a:pPr>
            <a:r>
              <a:rPr lang="es-ES" b="0" i="1" u="none" strike="noStrike" kern="100" baseline="0" dirty="0">
                <a:latin typeface="Century Gothic" panose="020B0502020202020204" pitchFamily="34" charset="0"/>
              </a:rPr>
              <a:t>R= La lucha por la sucesión digital y la naturaleza jurídica del dato después de la vida.</a:t>
            </a:r>
          </a:p>
        </p:txBody>
      </p:sp>
    </p:spTree>
    <p:extLst>
      <p:ext uri="{BB962C8B-B14F-4D97-AF65-F5344CB8AC3E}">
        <p14:creationId xmlns:p14="http://schemas.microsoft.com/office/powerpoint/2010/main" val="2546884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AF7D7C-8C66-A9EC-C7DB-C803C4FDF67A}"/>
              </a:ext>
            </a:extLst>
          </p:cNvPr>
          <p:cNvSpPr>
            <a:spLocks noGrp="1"/>
          </p:cNvSpPr>
          <p:nvPr>
            <p:ph type="title"/>
          </p:nvPr>
        </p:nvSpPr>
        <p:spPr/>
        <p:txBody>
          <a:bodyPr/>
          <a:lstStyle/>
          <a:p>
            <a:pPr marR="0" algn="ctr" rtl="0"/>
            <a:r>
              <a:rPr lang="es-ES" b="1" i="0" u="none" strike="noStrike" kern="100" baseline="0" dirty="0">
                <a:solidFill>
                  <a:srgbClr val="0F4761"/>
                </a:solidFill>
                <a:latin typeface="Century Gothic" panose="020B0502020202020204" pitchFamily="34" charset="0"/>
              </a:rPr>
              <a:t>El Desafío de la Soberanía Digital</a:t>
            </a:r>
          </a:p>
        </p:txBody>
      </p:sp>
      <p:sp>
        <p:nvSpPr>
          <p:cNvPr id="3" name="Marcador de texto 2">
            <a:extLst>
              <a:ext uri="{FF2B5EF4-FFF2-40B4-BE49-F238E27FC236}">
                <a16:creationId xmlns:a16="http://schemas.microsoft.com/office/drawing/2014/main" id="{EF6A4E90-7D0E-24F7-9F79-43C1097D0158}"/>
              </a:ext>
            </a:extLst>
          </p:cNvPr>
          <p:cNvSpPr>
            <a:spLocks noGrp="1"/>
          </p:cNvSpPr>
          <p:nvPr>
            <p:ph type="body" idx="1"/>
          </p:nvPr>
        </p:nvSpPr>
        <p:spPr>
          <a:xfrm>
            <a:off x="913775" y="2367093"/>
            <a:ext cx="10364452" cy="3872390"/>
          </a:xfrm>
        </p:spPr>
        <p:txBody>
          <a:bodyPr anchor="ctr"/>
          <a:lstStyle/>
          <a:p>
            <a:pPr marL="0" marR="0" lvl="0" indent="0" algn="just" rtl="0">
              <a:buNone/>
            </a:pPr>
            <a:r>
              <a:rPr lang="es-ES" b="0" i="0" u="none" strike="noStrike" kern="100" baseline="0" dirty="0">
                <a:solidFill>
                  <a:srgbClr val="0F4761"/>
                </a:solidFill>
                <a:latin typeface="Century Gothic" panose="020B0502020202020204" pitchFamily="34" charset="0"/>
              </a:rPr>
              <a:t>Internet: </a:t>
            </a:r>
            <a:r>
              <a:rPr lang="es-ES" b="1" i="0" u="none" strike="noStrike" kern="100" baseline="0" dirty="0">
                <a:solidFill>
                  <a:srgbClr val="0F4761"/>
                </a:solidFill>
                <a:latin typeface="Century Gothic" panose="020B0502020202020204" pitchFamily="34" charset="0"/>
              </a:rPr>
              <a:t>¿Un País sin Fronteras Legales?</a:t>
            </a:r>
          </a:p>
          <a:p>
            <a:pPr marL="457200" marR="0" lvl="1" indent="0" algn="just" rtl="0">
              <a:buNone/>
            </a:pPr>
            <a:r>
              <a:rPr lang="es-ES" b="0" i="0" u="none" strike="noStrike" kern="100" baseline="0" dirty="0">
                <a:solidFill>
                  <a:srgbClr val="0F4761"/>
                </a:solidFill>
                <a:latin typeface="Century Gothic" panose="020B0502020202020204" pitchFamily="34" charset="0"/>
              </a:rPr>
              <a:t>Un delito se comete en México, pero el servidor está en Alemania y la víctima es española.</a:t>
            </a:r>
          </a:p>
          <a:p>
            <a:pPr marR="0" lvl="2" algn="just" rtl="0"/>
            <a:endParaRPr lang="es-ES" b="0" i="1" u="none" strike="noStrike" kern="100" baseline="0" dirty="0">
              <a:solidFill>
                <a:srgbClr val="0F4761"/>
              </a:solidFill>
              <a:latin typeface="Century Gothic" panose="020B0502020202020204" pitchFamily="34" charset="0"/>
            </a:endParaRPr>
          </a:p>
          <a:p>
            <a:pPr marL="914400" marR="0" lvl="2" indent="0" algn="just" rtl="0">
              <a:buNone/>
            </a:pPr>
            <a:r>
              <a:rPr lang="es-ES" b="0" i="1" u="none" strike="noStrike" kern="100" baseline="0" dirty="0">
                <a:solidFill>
                  <a:srgbClr val="0F4761"/>
                </a:solidFill>
                <a:latin typeface="Century Gothic" panose="020B0502020202020204" pitchFamily="34" charset="0"/>
              </a:rPr>
              <a:t>Es como intentar regar un jardín sin saber dónde termina tu propiedad y dónde comienza la del vecino.</a:t>
            </a:r>
          </a:p>
          <a:p>
            <a:pPr marL="914400" marR="0" lvl="2" indent="0" algn="just" rtl="0">
              <a:buNone/>
            </a:pPr>
            <a:r>
              <a:rPr lang="es-ES" b="0" i="1" u="none" strike="noStrike" kern="100" baseline="0" dirty="0">
                <a:solidFill>
                  <a:srgbClr val="0F4761"/>
                </a:solidFill>
                <a:latin typeface="Century Gothic" panose="020B0502020202020204" pitchFamily="34" charset="0"/>
              </a:rPr>
              <a:t>Jurisdicción Transfronteriza. </a:t>
            </a:r>
            <a:r>
              <a:rPr lang="es-ES" b="1" i="1" u="none" strike="noStrike" kern="100" baseline="0" dirty="0">
                <a:solidFill>
                  <a:srgbClr val="0F4761"/>
                </a:solidFill>
                <a:latin typeface="Century Gothic" panose="020B0502020202020204" pitchFamily="34" charset="0"/>
              </a:rPr>
              <a:t>¿</a:t>
            </a:r>
            <a:r>
              <a:rPr lang="es-ES" b="0" i="1" u="none" strike="noStrike" kern="100" baseline="0" dirty="0">
                <a:solidFill>
                  <a:srgbClr val="0F4761"/>
                </a:solidFill>
                <a:latin typeface="Century Gothic" panose="020B0502020202020204" pitchFamily="34" charset="0"/>
              </a:rPr>
              <a:t>Qué ley se aplica</a:t>
            </a:r>
            <a:r>
              <a:rPr lang="es-ES" b="1" i="1" u="none" strike="noStrike" kern="100" baseline="0" dirty="0">
                <a:solidFill>
                  <a:srgbClr val="0F4761"/>
                </a:solidFill>
                <a:latin typeface="Century Gothic" panose="020B0502020202020204" pitchFamily="34" charset="0"/>
              </a:rPr>
              <a:t>?</a:t>
            </a:r>
            <a:r>
              <a:rPr lang="es-ES" b="0" i="1" u="none" strike="noStrike" kern="100" baseline="0" dirty="0">
                <a:solidFill>
                  <a:srgbClr val="0F4761"/>
                </a:solidFill>
                <a:latin typeface="Century Gothic" panose="020B0502020202020204" pitchFamily="34" charset="0"/>
              </a:rPr>
              <a:t> </a:t>
            </a:r>
            <a:r>
              <a:rPr lang="es-ES" b="1" i="1" u="none" strike="noStrike" kern="100" baseline="0" dirty="0">
                <a:solidFill>
                  <a:srgbClr val="0F4761"/>
                </a:solidFill>
                <a:latin typeface="Century Gothic" panose="020B0502020202020204" pitchFamily="34" charset="0"/>
              </a:rPr>
              <a:t>¿</a:t>
            </a:r>
            <a:r>
              <a:rPr lang="es-ES" b="0" i="1" u="none" strike="noStrike" kern="100" baseline="0" dirty="0">
                <a:solidFill>
                  <a:srgbClr val="0F4761"/>
                </a:solidFill>
                <a:latin typeface="Century Gothic" panose="020B0502020202020204" pitchFamily="34" charset="0"/>
              </a:rPr>
              <a:t>El lugar donde se produce el daño o donde se encuentra el servidor</a:t>
            </a:r>
            <a:r>
              <a:rPr lang="es-ES" b="1" i="1" u="none" strike="noStrike" kern="100" baseline="0" dirty="0">
                <a:solidFill>
                  <a:srgbClr val="0F4761"/>
                </a:solidFill>
                <a:latin typeface="Century Gothic" panose="020B0502020202020204" pitchFamily="34" charset="0"/>
              </a:rPr>
              <a:t>?</a:t>
            </a:r>
          </a:p>
        </p:txBody>
      </p:sp>
      <p:pic>
        <p:nvPicPr>
          <p:cNvPr id="4" name="Imagen 3">
            <a:extLst>
              <a:ext uri="{FF2B5EF4-FFF2-40B4-BE49-F238E27FC236}">
                <a16:creationId xmlns:a16="http://schemas.microsoft.com/office/drawing/2014/main" id="{3CA8B68E-CCF8-C763-90A4-ACB5403513A7}"/>
              </a:ext>
            </a:extLst>
          </p:cNvPr>
          <p:cNvPicPr>
            <a:picLocks noChangeAspect="1"/>
          </p:cNvPicPr>
          <p:nvPr/>
        </p:nvPicPr>
        <p:blipFill>
          <a:blip r:embed="rId2"/>
          <a:stretch>
            <a:fillRect/>
          </a:stretch>
        </p:blipFill>
        <p:spPr>
          <a:xfrm>
            <a:off x="9207551" y="1524000"/>
            <a:ext cx="2381250" cy="1905000"/>
          </a:xfrm>
          <a:prstGeom prst="rect">
            <a:avLst/>
          </a:prstGeom>
        </p:spPr>
      </p:pic>
    </p:spTree>
    <p:extLst>
      <p:ext uri="{BB962C8B-B14F-4D97-AF65-F5344CB8AC3E}">
        <p14:creationId xmlns:p14="http://schemas.microsoft.com/office/powerpoint/2010/main" val="2967128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7041C6-5A22-1AEF-A665-4EB9B3E5DB53}"/>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La Base para la Legislación Específica</a:t>
            </a:r>
          </a:p>
        </p:txBody>
      </p:sp>
      <p:sp>
        <p:nvSpPr>
          <p:cNvPr id="3" name="Marcador de texto 2">
            <a:extLst>
              <a:ext uri="{FF2B5EF4-FFF2-40B4-BE49-F238E27FC236}">
                <a16:creationId xmlns:a16="http://schemas.microsoft.com/office/drawing/2014/main" id="{36F50178-50CE-053C-525D-634BC3A407CC}"/>
              </a:ext>
            </a:extLst>
          </p:cNvPr>
          <p:cNvSpPr>
            <a:spLocks noGrp="1"/>
          </p:cNvSpPr>
          <p:nvPr>
            <p:ph type="body" idx="1"/>
          </p:nvPr>
        </p:nvSpPr>
        <p:spPr/>
        <p:txBody>
          <a:bodyPr anchor="ctr"/>
          <a:lstStyle/>
          <a:p>
            <a:pPr marL="0" marR="0" lvl="0" indent="0" algn="just" rtl="0">
              <a:buNone/>
            </a:pPr>
            <a:r>
              <a:rPr lang="es-ES" b="1" i="0" u="none" strike="noStrike" kern="100" baseline="0" dirty="0">
                <a:solidFill>
                  <a:srgbClr val="0F4761"/>
                </a:solidFill>
                <a:latin typeface="Century Gothic" panose="020B0502020202020204" pitchFamily="34" charset="0"/>
              </a:rPr>
              <a:t>La Lex Informática</a:t>
            </a:r>
            <a:r>
              <a:rPr lang="es-ES" b="0" i="0" u="none" strike="noStrike" kern="100" baseline="0" dirty="0">
                <a:solidFill>
                  <a:srgbClr val="0F4761"/>
                </a:solidFill>
                <a:latin typeface="Century Gothic" panose="020B0502020202020204" pitchFamily="34" charset="0"/>
              </a:rPr>
              <a:t>: La Necesidad de un Nuevo Derecho</a:t>
            </a:r>
          </a:p>
          <a:p>
            <a:pPr marL="457200" marR="0" lvl="1" indent="0" algn="just" rtl="0">
              <a:buNone/>
            </a:pPr>
            <a:r>
              <a:rPr lang="es-ES" b="0" i="0" u="none" strike="noStrike" kern="100" baseline="0" dirty="0">
                <a:solidFill>
                  <a:srgbClr val="0F4761"/>
                </a:solidFill>
                <a:latin typeface="Century Gothic" panose="020B0502020202020204" pitchFamily="34" charset="0"/>
              </a:rPr>
              <a:t>Los principios legales tradicionales (Territorialidad, Buena Fe, Tipicidad) fueron creados para un mundo físico, no para el digital, que es volátil, ubicuo y anónimo.</a:t>
            </a:r>
          </a:p>
          <a:p>
            <a:pPr marL="914400" marR="0" lvl="2" indent="0" algn="just" rtl="0">
              <a:buNone/>
            </a:pPr>
            <a:endParaRPr lang="es-ES" b="0" i="1" u="none" strike="noStrike" kern="100" baseline="0" dirty="0">
              <a:solidFill>
                <a:srgbClr val="0F4761"/>
              </a:solidFill>
              <a:latin typeface="Century Gothic" panose="020B0502020202020204" pitchFamily="34" charset="0"/>
            </a:endParaRPr>
          </a:p>
          <a:p>
            <a:pPr marL="914400" marR="0" lvl="2" indent="0" algn="just" rtl="0">
              <a:buNone/>
            </a:pPr>
            <a:r>
              <a:rPr lang="es-ES" b="1" i="1" u="none" strike="noStrike" kern="100" baseline="0" dirty="0">
                <a:solidFill>
                  <a:srgbClr val="0F4761"/>
                </a:solidFill>
                <a:latin typeface="Century Gothic" panose="020B0502020202020204" pitchFamily="34" charset="0"/>
              </a:rPr>
              <a:t>Estudiar esta materia es entender por qué necesitamos leyes propias y adaptables para: Delitos, Contratos y Evidencia Digital.</a:t>
            </a:r>
          </a:p>
        </p:txBody>
      </p:sp>
    </p:spTree>
    <p:extLst>
      <p:ext uri="{BB962C8B-B14F-4D97-AF65-F5344CB8AC3E}">
        <p14:creationId xmlns:p14="http://schemas.microsoft.com/office/powerpoint/2010/main" val="2633094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3FE447-6FE7-029E-9217-3D2510327A53}"/>
              </a:ext>
            </a:extLst>
          </p:cNvPr>
          <p:cNvSpPr>
            <a:spLocks noGrp="1"/>
          </p:cNvSpPr>
          <p:nvPr>
            <p:ph type="title"/>
          </p:nvPr>
        </p:nvSpPr>
        <p:spPr/>
        <p:txBody>
          <a:bodyPr/>
          <a:lstStyle/>
          <a:p>
            <a:pPr marR="0" algn="just" rtl="0"/>
            <a:r>
              <a:rPr lang="es-ES" b="0" i="0" u="none" strike="noStrike" kern="100" baseline="0" dirty="0">
                <a:solidFill>
                  <a:srgbClr val="0F4761"/>
                </a:solidFill>
                <a:latin typeface="Century Gothic" panose="020B0502020202020204" pitchFamily="34" charset="0"/>
              </a:rPr>
              <a:t>Elementos Esenciales del DI a Estudiar</a:t>
            </a:r>
          </a:p>
        </p:txBody>
      </p:sp>
      <p:sp>
        <p:nvSpPr>
          <p:cNvPr id="3" name="Marcador de texto 2">
            <a:extLst>
              <a:ext uri="{FF2B5EF4-FFF2-40B4-BE49-F238E27FC236}">
                <a16:creationId xmlns:a16="http://schemas.microsoft.com/office/drawing/2014/main" id="{51EEC5D4-8CAB-F276-FD92-9C90248433E3}"/>
              </a:ext>
            </a:extLst>
          </p:cNvPr>
          <p:cNvSpPr>
            <a:spLocks noGrp="1"/>
          </p:cNvSpPr>
          <p:nvPr>
            <p:ph type="body" idx="1"/>
          </p:nvPr>
        </p:nvSpPr>
        <p:spPr/>
        <p:txBody>
          <a:bodyPr anchor="ctr"/>
          <a:lstStyle/>
          <a:p>
            <a:pPr marL="0" marR="0" lvl="0" indent="0" algn="just" rtl="0">
              <a:buNone/>
            </a:pPr>
            <a:r>
              <a:rPr lang="es-MX" b="1" i="0" u="none" strike="noStrike" kern="100" baseline="0" dirty="0">
                <a:solidFill>
                  <a:srgbClr val="0F4761"/>
                </a:solidFill>
                <a:latin typeface="Century Gothic" panose="020B0502020202020204" pitchFamily="34" charset="0"/>
              </a:rPr>
              <a:t>Ejes Temáticos Fundamentales</a:t>
            </a:r>
          </a:p>
          <a:p>
            <a:pPr marR="0" lvl="1" algn="just" rtl="0"/>
            <a:r>
              <a:rPr lang="es-MX" b="0" i="0" u="none" strike="noStrike" kern="100" baseline="0" dirty="0">
                <a:solidFill>
                  <a:srgbClr val="0F4761"/>
                </a:solidFill>
                <a:latin typeface="Century Gothic" panose="020B0502020202020204" pitchFamily="34" charset="0"/>
              </a:rPr>
              <a:t>Texto Clave:</a:t>
            </a:r>
          </a:p>
          <a:p>
            <a:pPr marR="0" lvl="1" algn="just" rtl="0"/>
            <a:r>
              <a:rPr lang="es-ES" b="1" i="0" u="none" strike="noStrike" kern="100" baseline="0" dirty="0">
                <a:solidFill>
                  <a:srgbClr val="0F4761"/>
                </a:solidFill>
                <a:latin typeface="Century Gothic" panose="020B0502020202020204" pitchFamily="34" charset="0"/>
              </a:rPr>
              <a:t>Protección de Datos Personales (el dato como activo y derecho fundamental).</a:t>
            </a:r>
          </a:p>
          <a:p>
            <a:pPr marR="0" lvl="1" algn="just" rtl="0"/>
            <a:r>
              <a:rPr lang="es-ES" b="1" i="0" u="none" strike="noStrike" kern="100" baseline="0" dirty="0">
                <a:solidFill>
                  <a:srgbClr val="0F4761"/>
                </a:solidFill>
                <a:latin typeface="Century Gothic" panose="020B0502020202020204" pitchFamily="34" charset="0"/>
              </a:rPr>
              <a:t>Ciberdelitos (tipificación de conductas en el entorno digital).</a:t>
            </a:r>
          </a:p>
          <a:p>
            <a:pPr marR="0" lvl="1" algn="just" rtl="0"/>
            <a:r>
              <a:rPr lang="es-ES" b="1" i="0" u="none" strike="noStrike" kern="100" baseline="0" dirty="0">
                <a:solidFill>
                  <a:srgbClr val="0F4761"/>
                </a:solidFill>
                <a:latin typeface="Century Gothic" panose="020B0502020202020204" pitchFamily="34" charset="0"/>
              </a:rPr>
              <a:t>Comercio Electrónico (validez de contratos y firmas digitales).</a:t>
            </a:r>
          </a:p>
          <a:p>
            <a:pPr marR="0" lvl="1" algn="just" rtl="0"/>
            <a:r>
              <a:rPr lang="es-ES" b="1" i="0" u="none" strike="noStrike" kern="100" baseline="0" dirty="0">
                <a:solidFill>
                  <a:srgbClr val="0F4761"/>
                </a:solidFill>
                <a:latin typeface="Century Gothic" panose="020B0502020202020204" pitchFamily="34" charset="0"/>
              </a:rPr>
              <a:t>Propiedad Intelectual (derechos de autor y </a:t>
            </a:r>
            <a:r>
              <a:rPr lang="es-ES" b="1" i="1" u="none" strike="noStrike" kern="100" baseline="0" dirty="0">
                <a:solidFill>
                  <a:srgbClr val="0F4761"/>
                </a:solidFill>
                <a:latin typeface="Century Gothic" panose="020B0502020202020204" pitchFamily="34" charset="0"/>
              </a:rPr>
              <a:t>software</a:t>
            </a:r>
            <a:r>
              <a:rPr lang="es-ES" b="1" i="0" u="none" strike="noStrike" kern="100" baseline="0" dirty="0">
                <a:solidFill>
                  <a:srgbClr val="0F4761"/>
                </a:solidFill>
                <a:latin typeface="Century Gothic" panose="020B0502020202020204" pitchFamily="34" charset="0"/>
              </a:rPr>
              <a:t>).</a:t>
            </a:r>
          </a:p>
        </p:txBody>
      </p:sp>
      <p:pic>
        <p:nvPicPr>
          <p:cNvPr id="4" name="Imagen 3">
            <a:extLst>
              <a:ext uri="{FF2B5EF4-FFF2-40B4-BE49-F238E27FC236}">
                <a16:creationId xmlns:a16="http://schemas.microsoft.com/office/drawing/2014/main" id="{7E3EC2C2-D361-4198-3EE6-7BECBB1D7F4E}"/>
              </a:ext>
            </a:extLst>
          </p:cNvPr>
          <p:cNvPicPr>
            <a:picLocks noChangeAspect="1"/>
          </p:cNvPicPr>
          <p:nvPr/>
        </p:nvPicPr>
        <p:blipFill>
          <a:blip r:embed="rId2"/>
          <a:stretch>
            <a:fillRect/>
          </a:stretch>
        </p:blipFill>
        <p:spPr>
          <a:xfrm>
            <a:off x="8896975" y="1658911"/>
            <a:ext cx="2381250" cy="1905000"/>
          </a:xfrm>
          <a:prstGeom prst="rect">
            <a:avLst/>
          </a:prstGeom>
        </p:spPr>
      </p:pic>
    </p:spTree>
    <p:extLst>
      <p:ext uri="{BB962C8B-B14F-4D97-AF65-F5344CB8AC3E}">
        <p14:creationId xmlns:p14="http://schemas.microsoft.com/office/powerpoint/2010/main" val="1961210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E9026A-CE90-9079-BA00-4DD4B6F165AF}"/>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El Futuro:</a:t>
            </a:r>
            <a:br>
              <a:rPr lang="es-ES" b="0" i="0" u="none" strike="noStrike" kern="100" baseline="0" dirty="0">
                <a:solidFill>
                  <a:srgbClr val="0F4761"/>
                </a:solidFill>
                <a:latin typeface="Century Gothic" panose="020B0502020202020204" pitchFamily="34" charset="0"/>
              </a:rPr>
            </a:br>
            <a:r>
              <a:rPr lang="es-ES" b="1" i="0" u="none" strike="noStrike" kern="100" baseline="0" dirty="0">
                <a:solidFill>
                  <a:srgbClr val="0F4761"/>
                </a:solidFill>
                <a:latin typeface="Century Gothic" panose="020B0502020202020204" pitchFamily="34" charset="0"/>
              </a:rPr>
              <a:t>De la Ley a la Tecnología Autónoma</a:t>
            </a:r>
          </a:p>
        </p:txBody>
      </p:sp>
      <p:sp>
        <p:nvSpPr>
          <p:cNvPr id="3" name="Marcador de texto 2">
            <a:extLst>
              <a:ext uri="{FF2B5EF4-FFF2-40B4-BE49-F238E27FC236}">
                <a16:creationId xmlns:a16="http://schemas.microsoft.com/office/drawing/2014/main" id="{F949B099-2EBB-9947-2F0D-92168DA799EC}"/>
              </a:ext>
            </a:extLst>
          </p:cNvPr>
          <p:cNvSpPr>
            <a:spLocks noGrp="1"/>
          </p:cNvSpPr>
          <p:nvPr>
            <p:ph type="body" idx="1"/>
          </p:nvPr>
        </p:nvSpPr>
        <p:spPr/>
        <p:txBody>
          <a:bodyPr anchor="ctr"/>
          <a:lstStyle/>
          <a:p>
            <a:pPr marL="0" marR="0" lvl="0" indent="0" algn="just" rtl="0">
              <a:buNone/>
            </a:pPr>
            <a:r>
              <a:rPr lang="es-MX" b="0" i="0" u="none" strike="noStrike" kern="100" baseline="0" dirty="0">
                <a:solidFill>
                  <a:srgbClr val="0F4761"/>
                </a:solidFill>
                <a:latin typeface="Century Gothic" panose="020B0502020202020204" pitchFamily="34" charset="0"/>
              </a:rPr>
              <a:t>Mirando Adelante: </a:t>
            </a:r>
            <a:r>
              <a:rPr lang="es-MX" b="0" i="1" u="none" strike="noStrike" kern="100" baseline="0" dirty="0" err="1">
                <a:solidFill>
                  <a:srgbClr val="0F4761"/>
                </a:solidFill>
                <a:latin typeface="Century Gothic" panose="020B0502020202020204" pitchFamily="34" charset="0"/>
              </a:rPr>
              <a:t>Blockchain</a:t>
            </a:r>
            <a:r>
              <a:rPr lang="es-MX" b="0" i="0" u="none" strike="noStrike" kern="100" baseline="0" dirty="0">
                <a:solidFill>
                  <a:srgbClr val="0F4761"/>
                </a:solidFill>
                <a:latin typeface="Century Gothic" panose="020B0502020202020204" pitchFamily="34" charset="0"/>
              </a:rPr>
              <a:t> y </a:t>
            </a:r>
            <a:r>
              <a:rPr lang="es-MX" b="0" i="1" u="none" strike="noStrike" kern="100" baseline="0" dirty="0">
                <a:solidFill>
                  <a:srgbClr val="0F4761"/>
                </a:solidFill>
                <a:latin typeface="Century Gothic" panose="020B0502020202020204" pitchFamily="34" charset="0"/>
              </a:rPr>
              <a:t>Smart </a:t>
            </a:r>
            <a:r>
              <a:rPr lang="es-MX" b="0" i="1" u="none" strike="noStrike" kern="100" baseline="0" dirty="0" err="1">
                <a:solidFill>
                  <a:srgbClr val="0F4761"/>
                </a:solidFill>
                <a:latin typeface="Century Gothic" panose="020B0502020202020204" pitchFamily="34" charset="0"/>
              </a:rPr>
              <a:t>Contracts</a:t>
            </a:r>
            <a:endParaRPr lang="es-MX" b="0" i="1" u="none" strike="noStrike" kern="100" baseline="0" dirty="0">
              <a:solidFill>
                <a:srgbClr val="0F4761"/>
              </a:solidFill>
              <a:latin typeface="Century Gothic" panose="020B0502020202020204" pitchFamily="34" charset="0"/>
            </a:endParaRPr>
          </a:p>
          <a:p>
            <a:pPr marL="457200" marR="0" lvl="1" indent="0" algn="just" rtl="0">
              <a:buNone/>
            </a:pPr>
            <a:r>
              <a:rPr lang="es-ES" b="0" i="0" u="none" strike="noStrike" kern="100" baseline="0" dirty="0">
                <a:solidFill>
                  <a:srgbClr val="0F4761"/>
                </a:solidFill>
                <a:latin typeface="Century Gothic" panose="020B0502020202020204" pitchFamily="34" charset="0"/>
              </a:rPr>
              <a:t>Los contratos que se ejecutan automáticamente (sin intervención humana) cuando se cumplen condiciones preestablecidas.</a:t>
            </a:r>
          </a:p>
          <a:p>
            <a:pPr marR="0" lvl="2" algn="just" rtl="0"/>
            <a:r>
              <a:rPr lang="es-ES" b="0" i="1" u="none" strike="noStrike" kern="100" baseline="0" dirty="0">
                <a:solidFill>
                  <a:srgbClr val="0F4761"/>
                </a:solidFill>
                <a:latin typeface="Century Gothic" panose="020B0502020202020204" pitchFamily="34" charset="0"/>
              </a:rPr>
              <a:t>Dilema a Futuro: </a:t>
            </a:r>
            <a:r>
              <a:rPr lang="es-ES" b="1" i="1" u="none" strike="noStrike" kern="100" baseline="0" dirty="0">
                <a:solidFill>
                  <a:srgbClr val="0F4761"/>
                </a:solidFill>
                <a:latin typeface="Century Gothic" panose="020B0502020202020204" pitchFamily="34" charset="0"/>
              </a:rPr>
              <a:t>Si el contrato es código</a:t>
            </a:r>
            <a:r>
              <a:rPr lang="es-ES" b="0" i="1" u="none" strike="noStrike" kern="100" baseline="0" dirty="0">
                <a:solidFill>
                  <a:srgbClr val="0F4761"/>
                </a:solidFill>
                <a:latin typeface="Century Gothic" panose="020B0502020202020204" pitchFamily="34" charset="0"/>
              </a:rPr>
              <a:t>, </a:t>
            </a:r>
            <a:r>
              <a:rPr lang="es-ES" b="1" i="1" u="none" strike="noStrike" kern="100" baseline="0" dirty="0">
                <a:solidFill>
                  <a:srgbClr val="0F4761"/>
                </a:solidFill>
                <a:latin typeface="Century Gothic" panose="020B0502020202020204" pitchFamily="34" charset="0"/>
              </a:rPr>
              <a:t>¿puede un juez "modificar" o "anular" ese código? ¿O la ley pierde su poder frente a la inmutabilidad tecnológica?</a:t>
            </a:r>
          </a:p>
        </p:txBody>
      </p:sp>
    </p:spTree>
    <p:extLst>
      <p:ext uri="{BB962C8B-B14F-4D97-AF65-F5344CB8AC3E}">
        <p14:creationId xmlns:p14="http://schemas.microsoft.com/office/powerpoint/2010/main" val="661739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39B0A6-85ED-DD5A-2BB1-6FE7260D6393}"/>
              </a:ext>
            </a:extLst>
          </p:cNvPr>
          <p:cNvSpPr>
            <a:spLocks noGrp="1"/>
          </p:cNvSpPr>
          <p:nvPr>
            <p:ph type="title"/>
          </p:nvPr>
        </p:nvSpPr>
        <p:spPr/>
        <p:txBody>
          <a:bodyPr/>
          <a:lstStyle/>
          <a:p>
            <a:pPr marR="0" algn="ctr" rtl="0"/>
            <a:r>
              <a:rPr lang="es-ES" b="1" i="0" u="none" strike="noStrike" kern="100" baseline="0" dirty="0">
                <a:solidFill>
                  <a:srgbClr val="0F4761"/>
                </a:solidFill>
                <a:latin typeface="Century Gothic" panose="020B0502020202020204" pitchFamily="34" charset="0"/>
              </a:rPr>
              <a:t>Conclusión y Desafío Personal</a:t>
            </a:r>
          </a:p>
        </p:txBody>
      </p:sp>
      <p:sp>
        <p:nvSpPr>
          <p:cNvPr id="3" name="Marcador de texto 2">
            <a:extLst>
              <a:ext uri="{FF2B5EF4-FFF2-40B4-BE49-F238E27FC236}">
                <a16:creationId xmlns:a16="http://schemas.microsoft.com/office/drawing/2014/main" id="{DA6D555E-A04E-9401-D8C8-5617D2567CD6}"/>
              </a:ext>
            </a:extLst>
          </p:cNvPr>
          <p:cNvSpPr>
            <a:spLocks noGrp="1"/>
          </p:cNvSpPr>
          <p:nvPr>
            <p:ph type="body" idx="1"/>
          </p:nvPr>
        </p:nvSpPr>
        <p:spPr/>
        <p:txBody>
          <a:bodyPr anchor="ctr"/>
          <a:lstStyle/>
          <a:p>
            <a:pPr marL="0" marR="0" lvl="0" indent="0" algn="just" rtl="0">
              <a:buNone/>
            </a:pPr>
            <a:r>
              <a:rPr lang="es-MX" b="1" i="0" u="none" strike="noStrike" kern="100" baseline="0" dirty="0">
                <a:solidFill>
                  <a:srgbClr val="0F4761"/>
                </a:solidFill>
                <a:latin typeface="Century Gothic" panose="020B0502020202020204" pitchFamily="34" charset="0"/>
              </a:rPr>
              <a:t>Profesionales del Mañana</a:t>
            </a:r>
          </a:p>
          <a:p>
            <a:pPr marL="457200" marR="0" lvl="1" indent="0" algn="just" rtl="0">
              <a:buNone/>
            </a:pPr>
            <a:r>
              <a:rPr lang="es-ES" b="0" i="0" u="none" strike="noStrike" kern="100" baseline="0" dirty="0">
                <a:solidFill>
                  <a:srgbClr val="0F4761"/>
                </a:solidFill>
                <a:latin typeface="Century Gothic" panose="020B0502020202020204" pitchFamily="34" charset="0"/>
              </a:rPr>
              <a:t>Un abogado que no entienda la tecnología es un abogado incompleto. La clave es: Pensamiento Jurídico </a:t>
            </a:r>
            <a:r>
              <a:rPr lang="es-ES" b="1" i="0" u="none" strike="noStrike" kern="100" baseline="0" dirty="0">
                <a:solidFill>
                  <a:srgbClr val="0F4761"/>
                </a:solidFill>
                <a:latin typeface="Century Gothic" panose="020B0502020202020204" pitchFamily="34" charset="0"/>
              </a:rPr>
              <a:t>+</a:t>
            </a:r>
            <a:r>
              <a:rPr lang="es-ES" b="0" i="0" u="none" strike="noStrike" kern="100" baseline="0" dirty="0">
                <a:solidFill>
                  <a:srgbClr val="0F4761"/>
                </a:solidFill>
                <a:latin typeface="Century Gothic" panose="020B0502020202020204" pitchFamily="34" charset="0"/>
              </a:rPr>
              <a:t> Alfabetización Tecnológica.</a:t>
            </a:r>
          </a:p>
          <a:p>
            <a:pPr marL="914400" marR="0" lvl="2" indent="0" algn="just" rtl="0">
              <a:buNone/>
            </a:pPr>
            <a:r>
              <a:rPr lang="es-ES" b="1" i="1" u="none" strike="noStrike" kern="100" baseline="0" dirty="0">
                <a:solidFill>
                  <a:srgbClr val="0F4761"/>
                </a:solidFill>
                <a:latin typeface="Century Gothic" panose="020B0502020202020204" pitchFamily="34" charset="0"/>
              </a:rPr>
              <a:t>El Derecho debe ser la brújula ética que guíe el desarrollo tecnológico, no el carro de bomberos que llega tarde a apagar incendios.</a:t>
            </a:r>
          </a:p>
        </p:txBody>
      </p:sp>
      <p:pic>
        <p:nvPicPr>
          <p:cNvPr id="4" name="Imagen 3">
            <a:extLst>
              <a:ext uri="{FF2B5EF4-FFF2-40B4-BE49-F238E27FC236}">
                <a16:creationId xmlns:a16="http://schemas.microsoft.com/office/drawing/2014/main" id="{D4CA5F88-2F5B-13A9-1BE1-50D6086EE8D5}"/>
              </a:ext>
            </a:extLst>
          </p:cNvPr>
          <p:cNvPicPr>
            <a:picLocks noChangeAspect="1"/>
          </p:cNvPicPr>
          <p:nvPr/>
        </p:nvPicPr>
        <p:blipFill>
          <a:blip r:embed="rId2"/>
          <a:stretch>
            <a:fillRect/>
          </a:stretch>
        </p:blipFill>
        <p:spPr>
          <a:xfrm>
            <a:off x="9627277" y="1524000"/>
            <a:ext cx="2381250" cy="1905000"/>
          </a:xfrm>
          <a:prstGeom prst="rect">
            <a:avLst/>
          </a:prstGeom>
        </p:spPr>
      </p:pic>
    </p:spTree>
    <p:extLst>
      <p:ext uri="{BB962C8B-B14F-4D97-AF65-F5344CB8AC3E}">
        <p14:creationId xmlns:p14="http://schemas.microsoft.com/office/powerpoint/2010/main" val="1920379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265CBA-4025-727D-7070-9481438BD066}"/>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1 DE 5 Reflexiones Clave</a:t>
            </a:r>
          </a:p>
        </p:txBody>
      </p:sp>
      <p:sp>
        <p:nvSpPr>
          <p:cNvPr id="3" name="Marcador de texto 2">
            <a:extLst>
              <a:ext uri="{FF2B5EF4-FFF2-40B4-BE49-F238E27FC236}">
                <a16:creationId xmlns:a16="http://schemas.microsoft.com/office/drawing/2014/main" id="{E9F5B979-A28C-2AB4-B5D3-D36618E9DA7B}"/>
              </a:ext>
            </a:extLst>
          </p:cNvPr>
          <p:cNvSpPr>
            <a:spLocks noGrp="1"/>
          </p:cNvSpPr>
          <p:nvPr>
            <p:ph type="body" idx="1"/>
          </p:nvPr>
        </p:nvSpPr>
        <p:spPr/>
        <p:txBody>
          <a:bodyPr anchor="ctr"/>
          <a:lstStyle/>
          <a:p>
            <a:pPr marR="0" lvl="0" algn="just" rtl="0"/>
            <a:r>
              <a:rPr lang="es-ES" b="1" i="0" u="none" strike="noStrike" kern="100" baseline="0" dirty="0">
                <a:solidFill>
                  <a:srgbClr val="0F4761"/>
                </a:solidFill>
                <a:latin typeface="Century Gothic" panose="020B0502020202020204" pitchFamily="34" charset="0"/>
              </a:rPr>
              <a:t>La Inversión de la Carga de la Prueba:</a:t>
            </a:r>
            <a:r>
              <a:rPr lang="es-ES" b="0" i="0" u="none" strike="noStrike" kern="100" baseline="0" dirty="0">
                <a:solidFill>
                  <a:srgbClr val="0F4761"/>
                </a:solidFill>
                <a:latin typeface="Century Gothic" panose="020B0502020202020204" pitchFamily="34" charset="0"/>
              </a:rPr>
              <a:t> En muchos ciberdelitos o litigios de </a:t>
            </a:r>
            <a:r>
              <a:rPr lang="es-ES" b="1" i="1" u="none" strike="noStrike" kern="100" baseline="0" dirty="0">
                <a:solidFill>
                  <a:srgbClr val="0F4761"/>
                </a:solidFill>
                <a:latin typeface="Century Gothic" panose="020B0502020202020204" pitchFamily="34" charset="0"/>
              </a:rPr>
              <a:t>e-</a:t>
            </a:r>
            <a:r>
              <a:rPr lang="es-ES" b="1" i="1" u="none" strike="noStrike" kern="100" baseline="0" dirty="0" err="1">
                <a:solidFill>
                  <a:srgbClr val="0F4761"/>
                </a:solidFill>
                <a:latin typeface="Century Gothic" panose="020B0502020202020204" pitchFamily="34" charset="0"/>
              </a:rPr>
              <a:t>commerce</a:t>
            </a:r>
            <a:r>
              <a:rPr lang="es-ES" b="0" i="0" u="none" strike="noStrike" kern="100" baseline="0" dirty="0">
                <a:solidFill>
                  <a:srgbClr val="0F4761"/>
                </a:solidFill>
                <a:latin typeface="Century Gothic" panose="020B0502020202020204" pitchFamily="34" charset="0"/>
              </a:rPr>
              <a:t>, la prueba es volátil. El Derecho tradicional obliga a la Fiscalía o al demandante a probar.</a:t>
            </a:r>
          </a:p>
          <a:p>
            <a:pPr marR="0" lvl="0" algn="just" rtl="0"/>
            <a:r>
              <a:rPr lang="es-ES" b="1" i="0" u="none" strike="noStrike" kern="100" baseline="0" dirty="0">
                <a:solidFill>
                  <a:srgbClr val="0F4761"/>
                </a:solidFill>
                <a:latin typeface="Century Gothic" panose="020B0502020202020204" pitchFamily="34" charset="0"/>
              </a:rPr>
              <a:t>Reflexión:</a:t>
            </a:r>
            <a:r>
              <a:rPr lang="es-ES" b="0" i="0" u="none" strike="noStrike" kern="100" baseline="0" dirty="0">
                <a:solidFill>
                  <a:srgbClr val="0F4761"/>
                </a:solidFill>
                <a:latin typeface="Century Gothic" panose="020B0502020202020204" pitchFamily="34" charset="0"/>
              </a:rPr>
              <a:t> </a:t>
            </a:r>
            <a:r>
              <a:rPr lang="es-ES" b="1" i="1" u="none" strike="noStrike" kern="100" baseline="0" dirty="0">
                <a:solidFill>
                  <a:srgbClr val="0F4761"/>
                </a:solidFill>
                <a:latin typeface="Century Gothic" panose="020B0502020202020204" pitchFamily="34" charset="0"/>
              </a:rPr>
              <a:t>¿</a:t>
            </a:r>
            <a:r>
              <a:rPr lang="es-ES" b="0" i="1" u="none" strike="noStrike" kern="100" baseline="0" dirty="0">
                <a:solidFill>
                  <a:srgbClr val="0F4761"/>
                </a:solidFill>
                <a:latin typeface="Century Gothic" panose="020B0502020202020204" pitchFamily="34" charset="0"/>
              </a:rPr>
              <a:t>Deberíamos invertir la carga de la prueba en casos digitales, obligando al tenedor de la tecnología (la empresa o el acusado) a demostrar la integridad o el origen de sus datos, dado su control exclusivo sobre la evidencia</a:t>
            </a:r>
            <a:r>
              <a:rPr lang="es-ES" b="1" i="1" u="none" strike="noStrike" kern="100" baseline="0" dirty="0">
                <a:solidFill>
                  <a:srgbClr val="0F4761"/>
                </a:solidFill>
                <a:latin typeface="Century Gothic" panose="020B0502020202020204" pitchFamily="34" charset="0"/>
              </a:rPr>
              <a:t>?</a:t>
            </a:r>
            <a:endParaRPr lang="es-ES" b="1" i="0" u="none" strike="noStrike" kern="100" baseline="0" dirty="0">
              <a:solidFill>
                <a:srgbClr val="0F4761"/>
              </a:solidFill>
              <a:latin typeface="Century Gothic" panose="020B0502020202020204" pitchFamily="34" charset="0"/>
            </a:endParaRPr>
          </a:p>
        </p:txBody>
      </p:sp>
    </p:spTree>
    <p:extLst>
      <p:ext uri="{BB962C8B-B14F-4D97-AF65-F5344CB8AC3E}">
        <p14:creationId xmlns:p14="http://schemas.microsoft.com/office/powerpoint/2010/main" val="349883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CF1ED0D-41F1-C5CF-3136-A3746B906E81}"/>
              </a:ext>
            </a:extLst>
          </p:cNvPr>
          <p:cNvSpPr>
            <a:spLocks noGrp="1"/>
          </p:cNvSpPr>
          <p:nvPr>
            <p:ph type="body" idx="1"/>
          </p:nvPr>
        </p:nvSpPr>
        <p:spPr>
          <a:xfrm>
            <a:off x="838200" y="1004341"/>
            <a:ext cx="10515600" cy="5172622"/>
          </a:xfrm>
        </p:spPr>
        <p:txBody>
          <a:bodyPr anchor="ctr">
            <a:normAutofit/>
          </a:bodyPr>
          <a:lstStyle/>
          <a:p>
            <a:pPr marL="0" indent="0" algn="ctr">
              <a:buNone/>
            </a:pPr>
            <a:r>
              <a:rPr lang="es-ES" sz="2400" b="1" dirty="0">
                <a:latin typeface="Century Gothic" panose="020B0502020202020204" pitchFamily="34" charset="0"/>
              </a:rPr>
              <a:t>Parábola: El Joyero y la Llave Digital</a:t>
            </a:r>
          </a:p>
          <a:p>
            <a:pPr marL="0" indent="0" algn="just">
              <a:buNone/>
            </a:pPr>
            <a:endParaRPr lang="es-ES" sz="2400" dirty="0">
              <a:latin typeface="Century Gothic" panose="020B0502020202020204" pitchFamily="34" charset="0"/>
            </a:endParaRPr>
          </a:p>
          <a:p>
            <a:pPr marL="0" indent="0" algn="just">
              <a:buNone/>
            </a:pPr>
            <a:r>
              <a:rPr lang="es-ES" sz="2400" dirty="0">
                <a:latin typeface="Century Gothic" panose="020B0502020202020204" pitchFamily="34" charset="0"/>
              </a:rPr>
              <a:t>La Historia</a:t>
            </a:r>
          </a:p>
          <a:p>
            <a:pPr marL="0" indent="0" algn="just">
              <a:buNone/>
            </a:pPr>
            <a:endParaRPr lang="es-ES" sz="2400" dirty="0">
              <a:latin typeface="Century Gothic" panose="020B0502020202020204" pitchFamily="34" charset="0"/>
            </a:endParaRPr>
          </a:p>
          <a:p>
            <a:pPr marL="0" indent="0" algn="just">
              <a:buNone/>
            </a:pPr>
            <a:r>
              <a:rPr lang="es-ES" sz="2400" dirty="0">
                <a:latin typeface="Century Gothic" panose="020B0502020202020204" pitchFamily="34" charset="0"/>
              </a:rPr>
              <a:t>En la antigua ciudad de Alejandría, vivía un joyero famoso por sus cofres de triple cerradura. Un día, uno de sus cofres, que solo podía abrirse con una llave especial y única en posesión del joyero, apareció vacío. El cliente, que había depositado una valiosa gema, demandó al joyero por el robo.</a:t>
            </a:r>
            <a:endParaRPr lang="es-MX" sz="2400" dirty="0">
              <a:latin typeface="Century Gothic" panose="020B0502020202020204" pitchFamily="34" charset="0"/>
            </a:endParaRPr>
          </a:p>
        </p:txBody>
      </p:sp>
    </p:spTree>
    <p:extLst>
      <p:ext uri="{BB962C8B-B14F-4D97-AF65-F5344CB8AC3E}">
        <p14:creationId xmlns:p14="http://schemas.microsoft.com/office/powerpoint/2010/main" val="2101333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CF1ED0D-41F1-C5CF-3136-A3746B906E81}"/>
              </a:ext>
            </a:extLst>
          </p:cNvPr>
          <p:cNvSpPr>
            <a:spLocks noGrp="1"/>
          </p:cNvSpPr>
          <p:nvPr>
            <p:ph type="body" idx="1"/>
          </p:nvPr>
        </p:nvSpPr>
        <p:spPr>
          <a:xfrm>
            <a:off x="539646" y="569626"/>
            <a:ext cx="10814154" cy="5607337"/>
          </a:xfrm>
        </p:spPr>
        <p:txBody>
          <a:bodyPr anchor="ctr">
            <a:normAutofit/>
          </a:bodyPr>
          <a:lstStyle/>
          <a:p>
            <a:pPr marL="0" indent="0" algn="just">
              <a:buNone/>
            </a:pPr>
            <a:r>
              <a:rPr lang="es-ES" sz="2200" b="1" dirty="0">
                <a:latin typeface="Century Gothic" panose="020B0502020202020204" pitchFamily="34" charset="0"/>
              </a:rPr>
              <a:t>El Dilema Legal Tradicional (Físico)</a:t>
            </a:r>
          </a:p>
          <a:p>
            <a:pPr marL="0" indent="0" algn="just">
              <a:buNone/>
            </a:pPr>
            <a:r>
              <a:rPr lang="es-ES" sz="2200" dirty="0">
                <a:latin typeface="Century Gothic" panose="020B0502020202020204" pitchFamily="34" charset="0"/>
              </a:rPr>
              <a:t>Según la ley de Alejandría, correspondía al cliente (la parte demandante) demostrar que el joyero había sido negligente o el ladrón.</a:t>
            </a:r>
          </a:p>
          <a:p>
            <a:pPr marL="0" indent="0" algn="just">
              <a:buNone/>
            </a:pPr>
            <a:r>
              <a:rPr lang="es-ES" sz="2200" dirty="0">
                <a:latin typeface="Century Gothic" panose="020B0502020202020204" pitchFamily="34" charset="0"/>
              </a:rPr>
              <a:t>El cliente argumentaba: "Mi gema desapareció. Solo el joyero tenía la llave y el control del cofre." El joyero respondía: "No hay testigos, no hay puertas forzadas. Yo asumo que no robé. Que la ley tradicional me proteja hasta que el cliente demuestre mi culpa.“</a:t>
            </a:r>
          </a:p>
          <a:p>
            <a:pPr marL="0" indent="0" algn="just">
              <a:buNone/>
            </a:pPr>
            <a:r>
              <a:rPr lang="es-ES" sz="2200" dirty="0">
                <a:latin typeface="Century Gothic" panose="020B0502020202020204" pitchFamily="34" charset="0"/>
              </a:rPr>
              <a:t>El cliente, sin acceso a la llave, el mecanismo interno o los registros de quién entró al taller, estaba indefenso.</a:t>
            </a:r>
            <a:endParaRPr lang="es-MX" sz="2200" dirty="0">
              <a:latin typeface="Century Gothic" panose="020B0502020202020204" pitchFamily="34" charset="0"/>
            </a:endParaRPr>
          </a:p>
        </p:txBody>
      </p:sp>
    </p:spTree>
    <p:extLst>
      <p:ext uri="{BB962C8B-B14F-4D97-AF65-F5344CB8AC3E}">
        <p14:creationId xmlns:p14="http://schemas.microsoft.com/office/powerpoint/2010/main" val="127303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CF1ED0D-41F1-C5CF-3136-A3746B906E81}"/>
              </a:ext>
            </a:extLst>
          </p:cNvPr>
          <p:cNvSpPr>
            <a:spLocks noGrp="1"/>
          </p:cNvSpPr>
          <p:nvPr>
            <p:ph type="body" idx="1"/>
          </p:nvPr>
        </p:nvSpPr>
        <p:spPr>
          <a:xfrm>
            <a:off x="539646" y="569626"/>
            <a:ext cx="10814154" cy="5607337"/>
          </a:xfrm>
        </p:spPr>
        <p:txBody>
          <a:bodyPr anchor="ctr">
            <a:normAutofit/>
          </a:bodyPr>
          <a:lstStyle/>
          <a:p>
            <a:pPr marL="0" indent="0" algn="just">
              <a:buNone/>
            </a:pPr>
            <a:r>
              <a:rPr lang="es-ES" sz="2400" b="1" dirty="0">
                <a:latin typeface="Century Gothic" panose="020B0502020202020204" pitchFamily="34" charset="0"/>
              </a:rPr>
              <a:t>La Vinculación con el Derecho Informático</a:t>
            </a:r>
          </a:p>
          <a:p>
            <a:pPr marL="0" indent="0" algn="just">
              <a:buNone/>
            </a:pPr>
            <a:endParaRPr lang="es-ES" sz="2400" b="1" dirty="0">
              <a:latin typeface="Century Gothic" panose="020B0502020202020204" pitchFamily="34" charset="0"/>
            </a:endParaRPr>
          </a:p>
          <a:p>
            <a:pPr marL="0" indent="0" algn="just">
              <a:buNone/>
            </a:pPr>
            <a:r>
              <a:rPr lang="es-ES" sz="2400" b="1" dirty="0">
                <a:latin typeface="Century Gothic" panose="020B0502020202020204" pitchFamily="34" charset="0"/>
              </a:rPr>
              <a:t>El Cofre con Triple Cerradura</a:t>
            </a:r>
            <a:r>
              <a:rPr lang="es-ES" sz="2400" dirty="0">
                <a:latin typeface="Century Gothic" panose="020B0502020202020204" pitchFamily="34" charset="0"/>
              </a:rPr>
              <a:t> ➡️ El Servidor/Base de Datos de la Empresa: El sistema interno que solo la empresa controla (el tenedor de la tecnología).</a:t>
            </a:r>
          </a:p>
          <a:p>
            <a:pPr marL="0" indent="0" algn="just">
              <a:buNone/>
            </a:pPr>
            <a:r>
              <a:rPr lang="es-ES" sz="2400" b="1" dirty="0">
                <a:latin typeface="Century Gothic" panose="020B0502020202020204" pitchFamily="34" charset="0"/>
              </a:rPr>
              <a:t>La Gema Desaparecida</a:t>
            </a:r>
            <a:r>
              <a:rPr lang="es-ES" sz="2400" dirty="0">
                <a:latin typeface="Century Gothic" panose="020B0502020202020204" pitchFamily="34" charset="0"/>
              </a:rPr>
              <a:t> ➡️ El Dato Volátil/El Ciberdelito: El dinero robado en e-</a:t>
            </a:r>
            <a:r>
              <a:rPr lang="es-ES" sz="2400" dirty="0" err="1">
                <a:latin typeface="Century Gothic" panose="020B0502020202020204" pitchFamily="34" charset="0"/>
              </a:rPr>
              <a:t>commerce</a:t>
            </a:r>
            <a:r>
              <a:rPr lang="es-ES" sz="2400" dirty="0">
                <a:latin typeface="Century Gothic" panose="020B0502020202020204" pitchFamily="34" charset="0"/>
              </a:rPr>
              <a:t>, el dato personal filtrado, o la información manipulada.</a:t>
            </a:r>
          </a:p>
          <a:p>
            <a:pPr marL="0" indent="0" algn="just">
              <a:buNone/>
            </a:pPr>
            <a:r>
              <a:rPr lang="es-ES" sz="2400" b="1" dirty="0">
                <a:latin typeface="Century Gothic" panose="020B0502020202020204" pitchFamily="34" charset="0"/>
              </a:rPr>
              <a:t>La Llave Única del Joyero</a:t>
            </a:r>
            <a:r>
              <a:rPr lang="es-ES" sz="2400" dirty="0">
                <a:latin typeface="Century Gothic" panose="020B0502020202020204" pitchFamily="34" charset="0"/>
              </a:rPr>
              <a:t> ➡️ Los Logs de Acceso/El Código Fuente: La evidencia digital que solo el tenedor puede generar, proteger y presentar.</a:t>
            </a:r>
            <a:endParaRPr lang="es-MX" sz="2400" dirty="0">
              <a:latin typeface="Century Gothic" panose="020B0502020202020204" pitchFamily="34" charset="0"/>
            </a:endParaRPr>
          </a:p>
        </p:txBody>
      </p:sp>
    </p:spTree>
    <p:extLst>
      <p:ext uri="{BB962C8B-B14F-4D97-AF65-F5344CB8AC3E}">
        <p14:creationId xmlns:p14="http://schemas.microsoft.com/office/powerpoint/2010/main" val="360374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CF1ED0D-41F1-C5CF-3136-A3746B906E81}"/>
              </a:ext>
            </a:extLst>
          </p:cNvPr>
          <p:cNvSpPr>
            <a:spLocks noGrp="1"/>
          </p:cNvSpPr>
          <p:nvPr>
            <p:ph type="body" idx="1"/>
          </p:nvPr>
        </p:nvSpPr>
        <p:spPr>
          <a:xfrm>
            <a:off x="539646" y="569626"/>
            <a:ext cx="10814154" cy="5607337"/>
          </a:xfrm>
        </p:spPr>
        <p:txBody>
          <a:bodyPr anchor="ctr">
            <a:normAutofit/>
          </a:bodyPr>
          <a:lstStyle/>
          <a:p>
            <a:pPr marL="0" indent="0" algn="just">
              <a:buNone/>
            </a:pPr>
            <a:r>
              <a:rPr lang="es-ES" sz="2200" b="1" dirty="0">
                <a:latin typeface="Century Gothic" panose="020B0502020202020204" pitchFamily="34" charset="0"/>
              </a:rPr>
              <a:t>La Propuesta de "Inversión de la Carga" (El Dilema)</a:t>
            </a:r>
          </a:p>
          <a:p>
            <a:pPr marL="0" indent="0" algn="just">
              <a:buNone/>
            </a:pPr>
            <a:endParaRPr lang="es-ES" sz="2200" dirty="0">
              <a:latin typeface="Century Gothic" panose="020B0502020202020204" pitchFamily="34" charset="0"/>
            </a:endParaRPr>
          </a:p>
          <a:p>
            <a:pPr marL="0" indent="0" algn="just">
              <a:buNone/>
            </a:pPr>
            <a:r>
              <a:rPr lang="es-ES" sz="2200" dirty="0">
                <a:latin typeface="Century Gothic" panose="020B0502020202020204" pitchFamily="34" charset="0"/>
              </a:rPr>
              <a:t>En el entorno digital, proponemos al juez:</a:t>
            </a:r>
          </a:p>
          <a:p>
            <a:pPr marL="0" indent="0" algn="just">
              <a:buNone/>
            </a:pPr>
            <a:endParaRPr lang="es-ES" sz="2200" b="1" dirty="0">
              <a:latin typeface="Century Gothic" panose="020B0502020202020204" pitchFamily="34" charset="0"/>
            </a:endParaRPr>
          </a:p>
          <a:p>
            <a:pPr marL="0" indent="0" algn="just">
              <a:buNone/>
            </a:pPr>
            <a:r>
              <a:rPr lang="es-ES" sz="2200" dirty="0">
                <a:latin typeface="Century Gothic" panose="020B0502020202020204" pitchFamily="34" charset="0"/>
              </a:rPr>
              <a:t>"Puesto que la llave y el control del cofre (la evidencia digital) está exclusivamente en manos del Joyero (la empresa o el acusado), y la prueba es imposible de obtener para el Cliente (la víctima), ¿no debería ser el Joyero, por el simple hecho de tener el control exclusivo del medio, quien deba demostrar la integridad del cofre y de sus llaves, en lugar de que el Cliente tenga que probar el robo que el Joyero facilitó o permitió?"</a:t>
            </a:r>
            <a:endParaRPr lang="es-MX" sz="2200" dirty="0">
              <a:latin typeface="Century Gothic" panose="020B0502020202020204" pitchFamily="34" charset="0"/>
            </a:endParaRPr>
          </a:p>
        </p:txBody>
      </p:sp>
    </p:spTree>
    <p:extLst>
      <p:ext uri="{BB962C8B-B14F-4D97-AF65-F5344CB8AC3E}">
        <p14:creationId xmlns:p14="http://schemas.microsoft.com/office/powerpoint/2010/main" val="3409290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CF1ED0D-41F1-C5CF-3136-A3746B906E81}"/>
              </a:ext>
            </a:extLst>
          </p:cNvPr>
          <p:cNvSpPr>
            <a:spLocks noGrp="1"/>
          </p:cNvSpPr>
          <p:nvPr>
            <p:ph type="body" idx="1"/>
          </p:nvPr>
        </p:nvSpPr>
        <p:spPr>
          <a:xfrm>
            <a:off x="539646" y="569626"/>
            <a:ext cx="10814154" cy="5607337"/>
          </a:xfrm>
        </p:spPr>
        <p:txBody>
          <a:bodyPr anchor="ctr">
            <a:normAutofit/>
          </a:bodyPr>
          <a:lstStyle/>
          <a:p>
            <a:pPr marL="0" indent="0" algn="just">
              <a:buNone/>
            </a:pPr>
            <a:r>
              <a:rPr lang="es-ES" sz="3200" dirty="0">
                <a:latin typeface="Century Gothic" panose="020B0502020202020204" pitchFamily="34" charset="0"/>
              </a:rPr>
              <a:t>Esta parábola ilustra la </a:t>
            </a:r>
            <a:r>
              <a:rPr lang="es-ES" sz="3200" b="1" dirty="0">
                <a:latin typeface="Century Gothic" panose="020B0502020202020204" pitchFamily="34" charset="0"/>
              </a:rPr>
              <a:t>asimetría</a:t>
            </a:r>
            <a:r>
              <a:rPr lang="es-ES" sz="3200" dirty="0">
                <a:latin typeface="Century Gothic" panose="020B0502020202020204" pitchFamily="34" charset="0"/>
              </a:rPr>
              <a:t> de la información y el control que define el litigio digital y justifica el debate sobre la inversión de la carga de la prueba en el Derecho Informático.</a:t>
            </a:r>
            <a:endParaRPr lang="es-MX" sz="3200" dirty="0">
              <a:latin typeface="Century Gothic" panose="020B0502020202020204" pitchFamily="34" charset="0"/>
            </a:endParaRPr>
          </a:p>
        </p:txBody>
      </p:sp>
    </p:spTree>
    <p:extLst>
      <p:ext uri="{BB962C8B-B14F-4D97-AF65-F5344CB8AC3E}">
        <p14:creationId xmlns:p14="http://schemas.microsoft.com/office/powerpoint/2010/main" val="3204409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5036B9-6DB3-89B4-2AA6-6D960E431E09}"/>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2 DE 5 Reflexiones Clave</a:t>
            </a:r>
          </a:p>
        </p:txBody>
      </p:sp>
      <p:sp>
        <p:nvSpPr>
          <p:cNvPr id="3" name="Marcador de texto 2">
            <a:extLst>
              <a:ext uri="{FF2B5EF4-FFF2-40B4-BE49-F238E27FC236}">
                <a16:creationId xmlns:a16="http://schemas.microsoft.com/office/drawing/2014/main" id="{A83B46C9-CCE8-AD00-D24F-439832D3E074}"/>
              </a:ext>
            </a:extLst>
          </p:cNvPr>
          <p:cNvSpPr>
            <a:spLocks noGrp="1"/>
          </p:cNvSpPr>
          <p:nvPr>
            <p:ph type="body" idx="1"/>
          </p:nvPr>
        </p:nvSpPr>
        <p:spPr/>
        <p:txBody>
          <a:bodyPr anchor="ctr"/>
          <a:lstStyle/>
          <a:p>
            <a:pPr marL="0" marR="0" lvl="0" indent="0" algn="just" rtl="0">
              <a:buNone/>
            </a:pPr>
            <a:r>
              <a:rPr lang="es-ES" b="1" i="0" u="none" strike="noStrike" kern="100" baseline="0" dirty="0">
                <a:solidFill>
                  <a:srgbClr val="0F4761"/>
                </a:solidFill>
                <a:latin typeface="Century Gothic" panose="020B0502020202020204" pitchFamily="34" charset="0"/>
              </a:rPr>
              <a:t>El Concepto de Territorio:</a:t>
            </a:r>
            <a:r>
              <a:rPr lang="es-ES" b="0" i="0" u="none" strike="noStrike" kern="100" baseline="0" dirty="0">
                <a:solidFill>
                  <a:srgbClr val="0F4761"/>
                </a:solidFill>
                <a:latin typeface="Century Gothic" panose="020B0502020202020204" pitchFamily="34" charset="0"/>
              </a:rPr>
              <a:t> La tecnología desmantela el principio de territorialidad.</a:t>
            </a:r>
          </a:p>
          <a:p>
            <a:pPr marL="0" marR="0" lvl="0" indent="0" algn="just" rtl="0">
              <a:buNone/>
            </a:pPr>
            <a:r>
              <a:rPr lang="es-ES" b="1" i="0" u="none" strike="noStrike" kern="100" baseline="0" dirty="0">
                <a:solidFill>
                  <a:srgbClr val="0F4761"/>
                </a:solidFill>
                <a:latin typeface="Century Gothic" panose="020B0502020202020204" pitchFamily="34" charset="0"/>
              </a:rPr>
              <a:t>Reflexión:</a:t>
            </a:r>
            <a:r>
              <a:rPr lang="es-ES" b="0" i="0" u="none" strike="noStrike" kern="100" baseline="0" dirty="0">
                <a:solidFill>
                  <a:srgbClr val="0F4761"/>
                </a:solidFill>
                <a:latin typeface="Century Gothic" panose="020B0502020202020204" pitchFamily="34" charset="0"/>
              </a:rPr>
              <a:t> </a:t>
            </a:r>
            <a:r>
              <a:rPr lang="es-ES" b="0" i="1" u="none" strike="noStrike" kern="100" baseline="0" dirty="0">
                <a:solidFill>
                  <a:srgbClr val="0F4761"/>
                </a:solidFill>
                <a:latin typeface="Century Gothic" panose="020B0502020202020204" pitchFamily="34" charset="0"/>
              </a:rPr>
              <a:t>Si una empresa almacena datos de ciudadanos de 50 países, ¿debería regirse por 50 leyes de protección de datos o deberíamos avanzar hacia una "Constitución Digital" global que trascienda las fronteras nacionales?</a:t>
            </a:r>
          </a:p>
        </p:txBody>
      </p:sp>
    </p:spTree>
    <p:extLst>
      <p:ext uri="{BB962C8B-B14F-4D97-AF65-F5344CB8AC3E}">
        <p14:creationId xmlns:p14="http://schemas.microsoft.com/office/powerpoint/2010/main" val="1692062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772524-FD0D-C4DF-08EC-6281FF5BC276}"/>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3 DE 5 Reflexiones Clave</a:t>
            </a:r>
          </a:p>
        </p:txBody>
      </p:sp>
      <p:sp>
        <p:nvSpPr>
          <p:cNvPr id="3" name="Marcador de texto 2">
            <a:extLst>
              <a:ext uri="{FF2B5EF4-FFF2-40B4-BE49-F238E27FC236}">
                <a16:creationId xmlns:a16="http://schemas.microsoft.com/office/drawing/2014/main" id="{7ABAA499-2B4C-5168-1439-C53E6E3A3881}"/>
              </a:ext>
            </a:extLst>
          </p:cNvPr>
          <p:cNvSpPr>
            <a:spLocks noGrp="1"/>
          </p:cNvSpPr>
          <p:nvPr>
            <p:ph type="body" idx="1"/>
          </p:nvPr>
        </p:nvSpPr>
        <p:spPr/>
        <p:txBody>
          <a:bodyPr anchor="ctr"/>
          <a:lstStyle/>
          <a:p>
            <a:pPr marL="0" marR="0" lvl="0" indent="0" algn="just" rtl="0">
              <a:buNone/>
            </a:pPr>
            <a:r>
              <a:rPr lang="es-ES" b="1" i="0" u="none" strike="noStrike" kern="100" baseline="0" dirty="0">
                <a:solidFill>
                  <a:srgbClr val="0F4761"/>
                </a:solidFill>
                <a:latin typeface="Century Gothic" panose="020B0502020202020204" pitchFamily="34" charset="0"/>
              </a:rPr>
              <a:t>El Dato como Nuevo Petróleo y Propiedad:</a:t>
            </a:r>
            <a:r>
              <a:rPr lang="es-ES" b="0" i="0" u="none" strike="noStrike" kern="100" baseline="0" dirty="0">
                <a:solidFill>
                  <a:srgbClr val="0F4761"/>
                </a:solidFill>
                <a:latin typeface="Century Gothic" panose="020B0502020202020204" pitchFamily="34" charset="0"/>
              </a:rPr>
              <a:t> El Derecho reconoce la propiedad de bienes tangibles. </a:t>
            </a:r>
            <a:r>
              <a:rPr lang="es-ES" b="1" i="0" u="none" strike="noStrike" kern="100" baseline="0" dirty="0">
                <a:solidFill>
                  <a:srgbClr val="0F4761"/>
                </a:solidFill>
                <a:latin typeface="Century Gothic" panose="020B0502020202020204" pitchFamily="34" charset="0"/>
              </a:rPr>
              <a:t>Reflexión:</a:t>
            </a:r>
            <a:r>
              <a:rPr lang="es-ES" b="0" i="0" u="none" strike="noStrike" kern="100" baseline="0" dirty="0">
                <a:solidFill>
                  <a:srgbClr val="0F4761"/>
                </a:solidFill>
                <a:latin typeface="Century Gothic" panose="020B0502020202020204" pitchFamily="34" charset="0"/>
              </a:rPr>
              <a:t> </a:t>
            </a:r>
            <a:r>
              <a:rPr lang="es-ES" b="0" i="1" u="none" strike="noStrike" kern="100" baseline="0" dirty="0">
                <a:solidFill>
                  <a:srgbClr val="0F4761"/>
                </a:solidFill>
                <a:latin typeface="Century Gothic" panose="020B0502020202020204" pitchFamily="34" charset="0"/>
              </a:rPr>
              <a:t>¿Es el dato personal (mi email, mis búsquedas, mi perfil genético) una propiedad individual de la cual puedo disponer y vender, o es un derecho fundamental irrenunciable que el Estado debe proteger de las corporaciones?</a:t>
            </a:r>
          </a:p>
        </p:txBody>
      </p:sp>
    </p:spTree>
    <p:extLst>
      <p:ext uri="{BB962C8B-B14F-4D97-AF65-F5344CB8AC3E}">
        <p14:creationId xmlns:p14="http://schemas.microsoft.com/office/powerpoint/2010/main" val="1070527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E8134F-4BAB-52DE-3BB7-B41D50D602FB}"/>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4 DE 5 Reflexiones Clave</a:t>
            </a:r>
          </a:p>
        </p:txBody>
      </p:sp>
      <p:sp>
        <p:nvSpPr>
          <p:cNvPr id="3" name="Marcador de texto 2">
            <a:extLst>
              <a:ext uri="{FF2B5EF4-FFF2-40B4-BE49-F238E27FC236}">
                <a16:creationId xmlns:a16="http://schemas.microsoft.com/office/drawing/2014/main" id="{759655A5-F303-DBCB-5E14-4B43B202499B}"/>
              </a:ext>
            </a:extLst>
          </p:cNvPr>
          <p:cNvSpPr>
            <a:spLocks noGrp="1"/>
          </p:cNvSpPr>
          <p:nvPr>
            <p:ph type="body" idx="1"/>
          </p:nvPr>
        </p:nvSpPr>
        <p:spPr/>
        <p:txBody>
          <a:bodyPr anchor="ctr"/>
          <a:lstStyle/>
          <a:p>
            <a:pPr marR="0" lvl="0" algn="just" rtl="0"/>
            <a:r>
              <a:rPr lang="es-ES" b="1" i="0" u="none" strike="noStrike" kern="100" baseline="0" dirty="0">
                <a:solidFill>
                  <a:srgbClr val="0F4761"/>
                </a:solidFill>
                <a:latin typeface="Century Gothic" panose="020B0502020202020204" pitchFamily="34" charset="0"/>
              </a:rPr>
              <a:t>Analogía del Automóvil Autónomo:</a:t>
            </a:r>
            <a:r>
              <a:rPr lang="es-ES" b="0" i="0" u="none" strike="noStrike" kern="100" baseline="0" dirty="0">
                <a:solidFill>
                  <a:srgbClr val="0F4761"/>
                </a:solidFill>
                <a:latin typeface="Century Gothic" panose="020B0502020202020204" pitchFamily="34" charset="0"/>
              </a:rPr>
              <a:t> Un carro autónomo, ante un accidente inminente, tiene que elegir: atropellar a un peatón o sacrificar a su ocupante. </a:t>
            </a:r>
            <a:r>
              <a:rPr lang="es-ES" b="1" i="0" u="none" strike="noStrike" kern="100" baseline="0" dirty="0">
                <a:solidFill>
                  <a:srgbClr val="0F4761"/>
                </a:solidFill>
                <a:latin typeface="Century Gothic" panose="020B0502020202020204" pitchFamily="34" charset="0"/>
              </a:rPr>
              <a:t>Reflexión:</a:t>
            </a:r>
            <a:r>
              <a:rPr lang="es-ES" b="0" i="0" u="none" strike="noStrike" kern="100" baseline="0" dirty="0">
                <a:solidFill>
                  <a:srgbClr val="0F4761"/>
                </a:solidFill>
                <a:latin typeface="Century Gothic" panose="020B0502020202020204" pitchFamily="34" charset="0"/>
              </a:rPr>
              <a:t> </a:t>
            </a:r>
            <a:r>
              <a:rPr lang="es-ES" b="0" i="1" u="none" strike="noStrike" kern="100" baseline="0" dirty="0">
                <a:solidFill>
                  <a:srgbClr val="0F4761"/>
                </a:solidFill>
                <a:latin typeface="Century Gothic" panose="020B0502020202020204" pitchFamily="34" charset="0"/>
              </a:rPr>
              <a:t>El código de programación está tomando decisiones de vida o muerte. ¿Es ético y legal delegar la moralidad humana en un algoritmo? ¿La ley debe regular el resultado (el daño) o el proceso de programación (la ética del código)?</a:t>
            </a:r>
            <a:endParaRPr lang="es-ES" b="0" i="0" u="none" strike="noStrike" kern="100" baseline="0" dirty="0">
              <a:solidFill>
                <a:srgbClr val="0F4761"/>
              </a:solidFill>
              <a:latin typeface="Century Gothic" panose="020B0502020202020204" pitchFamily="34" charset="0"/>
            </a:endParaRPr>
          </a:p>
        </p:txBody>
      </p:sp>
    </p:spTree>
    <p:extLst>
      <p:ext uri="{BB962C8B-B14F-4D97-AF65-F5344CB8AC3E}">
        <p14:creationId xmlns:p14="http://schemas.microsoft.com/office/powerpoint/2010/main" val="454891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567765-4F0B-1599-5659-13E0C01566F0}"/>
              </a:ext>
            </a:extLst>
          </p:cNvPr>
          <p:cNvSpPr>
            <a:spLocks noGrp="1"/>
          </p:cNvSpPr>
          <p:nvPr>
            <p:ph type="title"/>
          </p:nvPr>
        </p:nvSpPr>
        <p:spPr/>
        <p:txBody>
          <a:bodyPr/>
          <a:lstStyle/>
          <a:p>
            <a:pPr marR="0" algn="ctr" rtl="0"/>
            <a:r>
              <a:rPr lang="es-ES" b="0" i="0" u="none" strike="noStrike" kern="100" baseline="0" dirty="0">
                <a:solidFill>
                  <a:srgbClr val="0F4761"/>
                </a:solidFill>
                <a:latin typeface="Century Gothic" panose="020B0502020202020204" pitchFamily="34" charset="0"/>
              </a:rPr>
              <a:t>5 DE 5 Reflexiones Clave</a:t>
            </a:r>
          </a:p>
        </p:txBody>
      </p:sp>
      <p:sp>
        <p:nvSpPr>
          <p:cNvPr id="3" name="Marcador de texto 2">
            <a:extLst>
              <a:ext uri="{FF2B5EF4-FFF2-40B4-BE49-F238E27FC236}">
                <a16:creationId xmlns:a16="http://schemas.microsoft.com/office/drawing/2014/main" id="{42CAF581-1AE3-89D8-19C5-D48218C0841B}"/>
              </a:ext>
            </a:extLst>
          </p:cNvPr>
          <p:cNvSpPr>
            <a:spLocks noGrp="1"/>
          </p:cNvSpPr>
          <p:nvPr>
            <p:ph type="body" idx="1"/>
          </p:nvPr>
        </p:nvSpPr>
        <p:spPr/>
        <p:txBody>
          <a:bodyPr anchor="ctr"/>
          <a:lstStyle/>
          <a:p>
            <a:pPr marR="0" lvl="0" algn="just" rtl="0"/>
            <a:r>
              <a:rPr lang="es-ES" b="1" i="0" u="none" strike="noStrike" kern="100" baseline="0" dirty="0">
                <a:solidFill>
                  <a:srgbClr val="0F4761"/>
                </a:solidFill>
                <a:latin typeface="Century Gothic" panose="020B0502020202020204" pitchFamily="34" charset="0"/>
              </a:rPr>
              <a:t>El Silencio del No-Acceso:</a:t>
            </a:r>
            <a:r>
              <a:rPr lang="es-ES" b="0" i="0" u="none" strike="noStrike" kern="100" baseline="0" dirty="0">
                <a:solidFill>
                  <a:srgbClr val="0F4761"/>
                </a:solidFill>
                <a:latin typeface="Century Gothic" panose="020B0502020202020204" pitchFamily="34" charset="0"/>
              </a:rPr>
              <a:t> El Derecho castiga la acción (</a:t>
            </a:r>
            <a:r>
              <a:rPr lang="es-ES" b="0" i="1" u="none" strike="noStrike" kern="100" baseline="0" dirty="0">
                <a:solidFill>
                  <a:srgbClr val="0F4761"/>
                </a:solidFill>
                <a:latin typeface="Century Gothic" panose="020B0502020202020204" pitchFamily="34" charset="0"/>
              </a:rPr>
              <a:t>hackear</a:t>
            </a:r>
            <a:r>
              <a:rPr lang="es-ES" b="0" i="0" u="none" strike="noStrike" kern="100" baseline="0" dirty="0">
                <a:solidFill>
                  <a:srgbClr val="0F4761"/>
                </a:solidFill>
                <a:latin typeface="Century Gothic" panose="020B0502020202020204" pitchFamily="34" charset="0"/>
              </a:rPr>
              <a:t>, </a:t>
            </a:r>
            <a:r>
              <a:rPr lang="es-ES" b="0" i="1" u="none" strike="noStrike" kern="100" baseline="0" dirty="0">
                <a:solidFill>
                  <a:srgbClr val="0F4761"/>
                </a:solidFill>
                <a:latin typeface="Century Gothic" panose="020B0502020202020204" pitchFamily="34" charset="0"/>
              </a:rPr>
              <a:t>robar</a:t>
            </a:r>
            <a:r>
              <a:rPr lang="es-ES" b="0" i="0" u="none" strike="noStrike" kern="100" baseline="0" dirty="0">
                <a:solidFill>
                  <a:srgbClr val="0F4761"/>
                </a:solidFill>
                <a:latin typeface="Century Gothic" panose="020B0502020202020204" pitchFamily="34" charset="0"/>
              </a:rPr>
              <a:t>). </a:t>
            </a:r>
            <a:r>
              <a:rPr lang="es-ES" b="1" i="0" u="none" strike="noStrike" kern="100" baseline="0" dirty="0">
                <a:solidFill>
                  <a:srgbClr val="0F4761"/>
                </a:solidFill>
                <a:latin typeface="Century Gothic" panose="020B0502020202020204" pitchFamily="34" charset="0"/>
              </a:rPr>
              <a:t>Reflexión:</a:t>
            </a:r>
            <a:r>
              <a:rPr lang="es-ES" b="0" i="0" u="none" strike="noStrike" kern="100" baseline="0" dirty="0">
                <a:solidFill>
                  <a:srgbClr val="0F4761"/>
                </a:solidFill>
                <a:latin typeface="Century Gothic" panose="020B0502020202020204" pitchFamily="34" charset="0"/>
              </a:rPr>
              <a:t> </a:t>
            </a:r>
            <a:r>
              <a:rPr lang="es-ES" b="0" i="1" u="none" strike="noStrike" kern="100" baseline="0" dirty="0">
                <a:solidFill>
                  <a:srgbClr val="0F4761"/>
                </a:solidFill>
                <a:latin typeface="Century Gothic" panose="020B0502020202020204" pitchFamily="34" charset="0"/>
              </a:rPr>
              <a:t>Si una persona se niega a desbloquear su teléfono móvil con evidencia de un delito (invocando la no autoincriminación), </a:t>
            </a:r>
            <a:r>
              <a:rPr lang="es-ES" b="1" i="1" u="none" strike="noStrike" kern="100" baseline="0" dirty="0">
                <a:solidFill>
                  <a:srgbClr val="0F4761"/>
                </a:solidFill>
                <a:latin typeface="Century Gothic" panose="020B0502020202020204" pitchFamily="34" charset="0"/>
              </a:rPr>
              <a:t>¿</a:t>
            </a:r>
            <a:r>
              <a:rPr lang="es-ES" b="0" i="1" u="none" strike="noStrike" kern="100" baseline="0" dirty="0">
                <a:solidFill>
                  <a:srgbClr val="0F4761"/>
                </a:solidFill>
                <a:latin typeface="Century Gothic" panose="020B0502020202020204" pitchFamily="34" charset="0"/>
              </a:rPr>
              <a:t>debe el Estado tener la facultad legal para obligarla o usar la fuerza para acceder a la información, o el derecho a la privacidad digital es absoluto</a:t>
            </a:r>
            <a:r>
              <a:rPr lang="es-ES" b="1" i="1" u="none" strike="noStrike" kern="100" baseline="0" dirty="0">
                <a:solidFill>
                  <a:srgbClr val="0F4761"/>
                </a:solidFill>
                <a:latin typeface="Century Gothic" panose="020B0502020202020204" pitchFamily="34" charset="0"/>
              </a:rPr>
              <a:t>?</a:t>
            </a:r>
            <a:endParaRPr lang="es-ES" b="1" i="0" u="none" strike="noStrike" kern="100" baseline="0" dirty="0">
              <a:solidFill>
                <a:srgbClr val="0F4761"/>
              </a:solidFill>
              <a:latin typeface="Century Gothic" panose="020B0502020202020204" pitchFamily="34" charset="0"/>
            </a:endParaRPr>
          </a:p>
        </p:txBody>
      </p:sp>
    </p:spTree>
    <p:extLst>
      <p:ext uri="{BB962C8B-B14F-4D97-AF65-F5344CB8AC3E}">
        <p14:creationId xmlns:p14="http://schemas.microsoft.com/office/powerpoint/2010/main" val="35616544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5ED4D892-27C2-BB5E-0B87-18F4E7FC44FC}"/>
              </a:ext>
            </a:extLst>
          </p:cNvPr>
          <p:cNvSpPr>
            <a:spLocks noGrp="1"/>
          </p:cNvSpPr>
          <p:nvPr>
            <p:ph type="body" idx="1"/>
          </p:nvPr>
        </p:nvSpPr>
        <p:spPr>
          <a:xfrm>
            <a:off x="838200" y="974361"/>
            <a:ext cx="10515600" cy="5202602"/>
          </a:xfrm>
        </p:spPr>
        <p:txBody>
          <a:bodyPr anchor="ctr">
            <a:normAutofit/>
          </a:bodyPr>
          <a:lstStyle/>
          <a:p>
            <a:pPr algn="just"/>
            <a:r>
              <a:rPr lang="es-ES" sz="2400" dirty="0">
                <a:latin typeface="Century Gothic" panose="020B0502020202020204" pitchFamily="34" charset="0"/>
              </a:rPr>
              <a:t>Parábola para la Reflexión 5: El Tesoro Escondido en la Cueva Silenciosa</a:t>
            </a:r>
          </a:p>
          <a:p>
            <a:pPr algn="just"/>
            <a:r>
              <a:rPr lang="es-ES" sz="2400" b="1" dirty="0">
                <a:latin typeface="Century Gothic" panose="020B0502020202020204" pitchFamily="34" charset="0"/>
              </a:rPr>
              <a:t>La Historia</a:t>
            </a:r>
          </a:p>
          <a:p>
            <a:pPr algn="just"/>
            <a:r>
              <a:rPr lang="es-ES" sz="2400" dirty="0">
                <a:latin typeface="Century Gothic" panose="020B0502020202020204" pitchFamily="34" charset="0"/>
              </a:rPr>
              <a:t>En una isla, se descubrió que el mapa de un tesoro robado estaba grabado en la pared interior de una cueva a la que solo se podía acceder con una </a:t>
            </a:r>
            <a:r>
              <a:rPr lang="es-ES" sz="2400" b="1" dirty="0">
                <a:latin typeface="Century Gothic" panose="020B0502020202020204" pitchFamily="34" charset="0"/>
              </a:rPr>
              <a:t>frase secreta</a:t>
            </a:r>
            <a:r>
              <a:rPr lang="es-ES" sz="2400" dirty="0">
                <a:latin typeface="Century Gothic" panose="020B0502020202020204" pitchFamily="34" charset="0"/>
              </a:rPr>
              <a:t> que el ladrón conocía. La cueva era su propiedad legal, y una antigua ley garantizaba a los ciudadanos el </a:t>
            </a:r>
            <a:r>
              <a:rPr lang="es-ES" sz="2400" b="1" dirty="0">
                <a:latin typeface="Century Gothic" panose="020B0502020202020204" pitchFamily="34" charset="0"/>
              </a:rPr>
              <a:t>derecho a guardar silencio</a:t>
            </a:r>
            <a:r>
              <a:rPr lang="es-ES" sz="2400" dirty="0">
                <a:latin typeface="Century Gothic" panose="020B0502020202020204" pitchFamily="34" charset="0"/>
              </a:rPr>
              <a:t> y no ser obligados a testificar contra sí mismos.</a:t>
            </a:r>
          </a:p>
        </p:txBody>
      </p:sp>
    </p:spTree>
    <p:extLst>
      <p:ext uri="{BB962C8B-B14F-4D97-AF65-F5344CB8AC3E}">
        <p14:creationId xmlns:p14="http://schemas.microsoft.com/office/powerpoint/2010/main" val="1699897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5ED4D892-27C2-BB5E-0B87-18F4E7FC44FC}"/>
              </a:ext>
            </a:extLst>
          </p:cNvPr>
          <p:cNvSpPr>
            <a:spLocks noGrp="1"/>
          </p:cNvSpPr>
          <p:nvPr>
            <p:ph type="body" idx="1"/>
          </p:nvPr>
        </p:nvSpPr>
        <p:spPr>
          <a:xfrm>
            <a:off x="838200" y="974361"/>
            <a:ext cx="10515600" cy="5202602"/>
          </a:xfrm>
        </p:spPr>
        <p:txBody>
          <a:bodyPr anchor="ctr">
            <a:noAutofit/>
          </a:bodyPr>
          <a:lstStyle/>
          <a:p>
            <a:pPr marL="0" indent="0" algn="just">
              <a:buNone/>
            </a:pPr>
            <a:r>
              <a:rPr lang="es-ES" sz="2200" b="1" dirty="0">
                <a:latin typeface="Century Gothic" panose="020B0502020202020204" pitchFamily="34" charset="0"/>
              </a:rPr>
              <a:t>El Dilema Legal</a:t>
            </a:r>
          </a:p>
          <a:p>
            <a:pPr marL="0" indent="0" algn="just">
              <a:buNone/>
            </a:pPr>
            <a:endParaRPr lang="es-ES" sz="2200" dirty="0">
              <a:latin typeface="Century Gothic" panose="020B0502020202020204" pitchFamily="34" charset="0"/>
            </a:endParaRPr>
          </a:p>
          <a:p>
            <a:pPr marL="514350" indent="-514350" algn="just">
              <a:buFont typeface="+mj-lt"/>
              <a:buAutoNum type="arabicPeriod"/>
            </a:pPr>
            <a:r>
              <a:rPr lang="es-ES" sz="2200" b="1" dirty="0">
                <a:latin typeface="Century Gothic" panose="020B0502020202020204" pitchFamily="34" charset="0"/>
              </a:rPr>
              <a:t>La Posición del Ladrón (El Acusado):</a:t>
            </a:r>
            <a:r>
              <a:rPr lang="es-ES" sz="2200" dirty="0">
                <a:latin typeface="Century Gothic" panose="020B0502020202020204" pitchFamily="34" charset="0"/>
              </a:rPr>
              <a:t> "La cueva es mía, y la frase es mi pensamiento. Obligarme a decir la frase para que la policía vea mi propiedad y se incrimine sería forzar mi testimonio. Me acojo a mi derecho al silencio.“</a:t>
            </a:r>
          </a:p>
          <a:p>
            <a:pPr marL="514350" indent="-514350" algn="just">
              <a:buFont typeface="+mj-lt"/>
              <a:buAutoNum type="arabicPeriod"/>
            </a:pPr>
            <a:r>
              <a:rPr lang="es-ES" sz="2200" b="1" dirty="0">
                <a:latin typeface="Century Gothic" panose="020B0502020202020204" pitchFamily="34" charset="0"/>
              </a:rPr>
              <a:t>La Posición del Estado (La Fiscalía):</a:t>
            </a:r>
            <a:r>
              <a:rPr lang="es-ES" sz="2200" dirty="0">
                <a:latin typeface="Century Gothic" panose="020B0502020202020204" pitchFamily="34" charset="0"/>
              </a:rPr>
              <a:t> "El mapa del tesoro es una prueba física del delito, no un testimonio. La frase secreta no es una declaración de culpabilidad, sino la llave que abre la cerradura de la prueba. Si la prueba es clave para la justicia, el Estado debe tener la facultad de acceder a ella."</a:t>
            </a:r>
          </a:p>
        </p:txBody>
      </p:sp>
    </p:spTree>
    <p:extLst>
      <p:ext uri="{BB962C8B-B14F-4D97-AF65-F5344CB8AC3E}">
        <p14:creationId xmlns:p14="http://schemas.microsoft.com/office/powerpoint/2010/main" val="25717996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5ED4D892-27C2-BB5E-0B87-18F4E7FC44FC}"/>
              </a:ext>
            </a:extLst>
          </p:cNvPr>
          <p:cNvSpPr>
            <a:spLocks noGrp="1"/>
          </p:cNvSpPr>
          <p:nvPr>
            <p:ph type="body" idx="1"/>
          </p:nvPr>
        </p:nvSpPr>
        <p:spPr>
          <a:xfrm>
            <a:off x="838200" y="974361"/>
            <a:ext cx="10515600" cy="5202602"/>
          </a:xfrm>
        </p:spPr>
        <p:txBody>
          <a:bodyPr anchor="ctr">
            <a:normAutofit/>
          </a:bodyPr>
          <a:lstStyle/>
          <a:p>
            <a:pPr algn="just"/>
            <a:r>
              <a:rPr lang="es-ES" sz="2400" b="1" dirty="0">
                <a:latin typeface="Century Gothic" panose="020B0502020202020204" pitchFamily="34" charset="0"/>
              </a:rPr>
              <a:t>La Vinculación con el Derecho Informático</a:t>
            </a:r>
          </a:p>
          <a:p>
            <a:pPr algn="just"/>
            <a:r>
              <a:rPr lang="es-ES" sz="2400" b="1" dirty="0">
                <a:latin typeface="Century Gothic" panose="020B0502020202020204" pitchFamily="34" charset="0"/>
              </a:rPr>
              <a:t>La Cueva Silenciosa ➡️ El Teléfono/Dispositivo Cifrado: El espacio privado, protegido por la ley (privacidad digital).</a:t>
            </a:r>
          </a:p>
          <a:p>
            <a:pPr algn="just"/>
            <a:r>
              <a:rPr lang="es-ES" sz="2400" b="1" dirty="0">
                <a:latin typeface="Century Gothic" panose="020B0502020202020204" pitchFamily="34" charset="0"/>
              </a:rPr>
              <a:t>La Frase Secreta (Clave) ➡️ El PIN, la Contraseña, la Huella Digital: El factor de acceso.</a:t>
            </a:r>
          </a:p>
          <a:p>
            <a:pPr algn="just"/>
            <a:r>
              <a:rPr lang="es-ES" sz="2400" b="1" dirty="0">
                <a:latin typeface="Century Gothic" panose="020B0502020202020204" pitchFamily="34" charset="0"/>
              </a:rPr>
              <a:t>El Mapa del Tesoro ➡️ Los Mensajes, Fotos o Logs: La evidencia digital que demuestra el delito.</a:t>
            </a:r>
            <a:endParaRPr lang="es-ES" sz="2400" dirty="0">
              <a:latin typeface="Century Gothic" panose="020B0502020202020204" pitchFamily="34" charset="0"/>
            </a:endParaRPr>
          </a:p>
        </p:txBody>
      </p:sp>
    </p:spTree>
    <p:extLst>
      <p:ext uri="{BB962C8B-B14F-4D97-AF65-F5344CB8AC3E}">
        <p14:creationId xmlns:p14="http://schemas.microsoft.com/office/powerpoint/2010/main" val="3947368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5ED4D892-27C2-BB5E-0B87-18F4E7FC44FC}"/>
              </a:ext>
            </a:extLst>
          </p:cNvPr>
          <p:cNvSpPr>
            <a:spLocks noGrp="1"/>
          </p:cNvSpPr>
          <p:nvPr>
            <p:ph type="body" idx="1"/>
          </p:nvPr>
        </p:nvSpPr>
        <p:spPr>
          <a:xfrm>
            <a:off x="838200" y="974361"/>
            <a:ext cx="10515600" cy="5202602"/>
          </a:xfrm>
        </p:spPr>
        <p:txBody>
          <a:bodyPr anchor="ctr">
            <a:normAutofit/>
          </a:bodyPr>
          <a:lstStyle/>
          <a:p>
            <a:pPr algn="just"/>
            <a:r>
              <a:rPr lang="es-ES" sz="2400" b="1" dirty="0">
                <a:latin typeface="Century Gothic" panose="020B0502020202020204" pitchFamily="34" charset="0"/>
              </a:rPr>
              <a:t>La Propuesta del Dilema</a:t>
            </a:r>
          </a:p>
          <a:p>
            <a:pPr algn="just"/>
            <a:r>
              <a:rPr lang="es-ES" sz="2400" b="1" dirty="0">
                <a:latin typeface="Century Gothic" panose="020B0502020202020204" pitchFamily="34" charset="0"/>
              </a:rPr>
              <a:t>El dilema de la cueva es una batalla legal entre dos derechos fundamentales:</a:t>
            </a:r>
          </a:p>
          <a:p>
            <a:pPr marL="514350" indent="-514350" algn="just">
              <a:buFont typeface="+mj-lt"/>
              <a:buAutoNum type="arabicPeriod"/>
            </a:pPr>
            <a:r>
              <a:rPr lang="es-ES" sz="2400" b="1" dirty="0">
                <a:latin typeface="Century Gothic" panose="020B0502020202020204" pitchFamily="34" charset="0"/>
              </a:rPr>
              <a:t>El derecho a la No Autoincriminación (guardar silencio, proteger la mente y la voz).</a:t>
            </a:r>
          </a:p>
          <a:p>
            <a:pPr marL="514350" indent="-514350" algn="just">
              <a:buFont typeface="+mj-lt"/>
              <a:buAutoNum type="arabicPeriod"/>
            </a:pPr>
            <a:r>
              <a:rPr lang="es-ES" sz="2400" b="1" dirty="0">
                <a:latin typeface="Century Gothic" panose="020B0502020202020204" pitchFamily="34" charset="0"/>
              </a:rPr>
              <a:t>El poder del Estado para Investigar y la necesidad de la Evidencia (acceder a la prueba física/digital).</a:t>
            </a:r>
            <a:endParaRPr lang="es-ES" sz="2400" dirty="0">
              <a:latin typeface="Century Gothic" panose="020B0502020202020204" pitchFamily="34" charset="0"/>
            </a:endParaRPr>
          </a:p>
        </p:txBody>
      </p:sp>
    </p:spTree>
    <p:extLst>
      <p:ext uri="{BB962C8B-B14F-4D97-AF65-F5344CB8AC3E}">
        <p14:creationId xmlns:p14="http://schemas.microsoft.com/office/powerpoint/2010/main" val="20718232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5ED4D892-27C2-BB5E-0B87-18F4E7FC44FC}"/>
              </a:ext>
            </a:extLst>
          </p:cNvPr>
          <p:cNvSpPr>
            <a:spLocks noGrp="1"/>
          </p:cNvSpPr>
          <p:nvPr>
            <p:ph type="body" idx="1"/>
          </p:nvPr>
        </p:nvSpPr>
        <p:spPr>
          <a:xfrm>
            <a:off x="838200" y="974361"/>
            <a:ext cx="10515600" cy="5202602"/>
          </a:xfrm>
        </p:spPr>
        <p:txBody>
          <a:bodyPr anchor="ctr"/>
          <a:lstStyle/>
          <a:p>
            <a:pPr marL="0" indent="0" algn="just">
              <a:buNone/>
            </a:pPr>
            <a:r>
              <a:rPr lang="es-ES" b="1" dirty="0">
                <a:latin typeface="Century Gothic" panose="020B0502020202020204" pitchFamily="34" charset="0"/>
              </a:rPr>
              <a:t>Esta parábola pregunta a la clase:</a:t>
            </a:r>
          </a:p>
          <a:p>
            <a:pPr marL="0" indent="0" algn="just">
              <a:buNone/>
            </a:pPr>
            <a:r>
              <a:rPr lang="es-ES" b="1" dirty="0">
                <a:latin typeface="Century Gothic" panose="020B0502020202020204" pitchFamily="34" charset="0"/>
              </a:rPr>
              <a:t>¿Es diferente decir la frase (testimonio) de usar la huella digital para desbloquear (acto físico)? ¿Estamos forzando la mente del ladrón o simplemente obligándolo a usar una llave de acceso a una prueba material que el Estado tiene derecho a examinar?</a:t>
            </a:r>
          </a:p>
          <a:p>
            <a:pPr marL="0" indent="0" algn="just">
              <a:buNone/>
            </a:pPr>
            <a:r>
              <a:rPr lang="es-ES" b="1" dirty="0">
                <a:latin typeface="Century Gothic" panose="020B0502020202020204" pitchFamily="34" charset="0"/>
              </a:rPr>
              <a:t>La respuesta es crucial para la forma en que los abogados y jueces manejarán la evidencia en la era del cifrado total.</a:t>
            </a:r>
            <a:endParaRPr lang="es-ES" dirty="0">
              <a:latin typeface="Century Gothic" panose="020B0502020202020204" pitchFamily="34" charset="0"/>
            </a:endParaRPr>
          </a:p>
        </p:txBody>
      </p:sp>
    </p:spTree>
    <p:extLst>
      <p:ext uri="{BB962C8B-B14F-4D97-AF65-F5344CB8AC3E}">
        <p14:creationId xmlns:p14="http://schemas.microsoft.com/office/powerpoint/2010/main" val="4208763488"/>
      </p:ext>
    </p:extLst>
  </p:cSld>
  <p:clrMapOvr>
    <a:masterClrMapping/>
  </p:clrMapOvr>
</p:sld>
</file>

<file path=ppt/theme/theme1.xml><?xml version="1.0" encoding="utf-8"?>
<a:theme xmlns:a="http://schemas.openxmlformats.org/drawingml/2006/main" name="Gota">
  <a:themeElements>
    <a:clrScheme name="Gota">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t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Gota</Template>
  <TotalTime>115</TotalTime>
  <Words>2236</Words>
  <Application>Microsoft Office PowerPoint</Application>
  <PresentationFormat>Panorámica</PresentationFormat>
  <Paragraphs>130</Paragraphs>
  <Slides>30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30</vt:i4>
      </vt:variant>
    </vt:vector>
  </HeadingPairs>
  <TitlesOfParts>
    <vt:vector size="34" baseType="lpstr">
      <vt:lpstr>Arial</vt:lpstr>
      <vt:lpstr>Century Gothic</vt:lpstr>
      <vt:lpstr>Tw Cen MT</vt:lpstr>
      <vt:lpstr>Gota</vt:lpstr>
      <vt:lpstr>Presentación de PowerPoint</vt:lpstr>
      <vt:lpstr>El Gancho Global</vt:lpstr>
      <vt:lpstr>El Caso Mexicano: ¿"Justicia" en un Tweet?</vt:lpstr>
      <vt:lpstr>¿Confusión o Relación?</vt:lpstr>
      <vt:lpstr>Derecho Informático (DI): El "Objeto"</vt:lpstr>
      <vt:lpstr>Informática Jurídica (IJ): La "Herramienta"</vt:lpstr>
      <vt:lpstr>La Gran División del Derecho Informático (DI)</vt:lpstr>
      <vt:lpstr>Las Ramas de la Informática Jurídica (IJ)</vt:lpstr>
      <vt:lpstr>Dilema Legal 1: El Algoritmo Discriminador</vt:lpstr>
      <vt:lpstr>Dilema Legal 2: Evidencia Post Mortem</vt:lpstr>
      <vt:lpstr>El Desafío de la Soberanía Digital</vt:lpstr>
      <vt:lpstr>La Base para la Legislación Específica</vt:lpstr>
      <vt:lpstr>Elementos Esenciales del DI a Estudiar</vt:lpstr>
      <vt:lpstr>El Futuro: De la Ley a la Tecnología Autónoma</vt:lpstr>
      <vt:lpstr>Conclusión y Desafío Personal</vt:lpstr>
      <vt:lpstr>1 DE 5 Reflexiones Clave</vt:lpstr>
      <vt:lpstr>Presentación de PowerPoint</vt:lpstr>
      <vt:lpstr>Presentación de PowerPoint</vt:lpstr>
      <vt:lpstr>Presentación de PowerPoint</vt:lpstr>
      <vt:lpstr>Presentación de PowerPoint</vt:lpstr>
      <vt:lpstr>Presentación de PowerPoint</vt:lpstr>
      <vt:lpstr>2 DE 5 Reflexiones Clave</vt:lpstr>
      <vt:lpstr>3 DE 5 Reflexiones Clave</vt:lpstr>
      <vt:lpstr>4 DE 5 Reflexiones Clave</vt:lpstr>
      <vt:lpstr>5 DE 5 Reflexiones Clave</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 🎣 El Gancho Global</dc:title>
  <dc:creator>GERARDO ROBERTO ARAGÓN GONZÁLEZ</dc:creator>
  <cp:lastModifiedBy>GERARDO ROBERTO ARAGÓN GONZÁLEZ</cp:lastModifiedBy>
  <cp:revision>46</cp:revision>
  <dcterms:created xsi:type="dcterms:W3CDTF">2025-10-20T05:54:22Z</dcterms:created>
  <dcterms:modified xsi:type="dcterms:W3CDTF">2025-10-20T23:43:53Z</dcterms:modified>
</cp:coreProperties>
</file>