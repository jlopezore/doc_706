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8EA09-65E1-4842-9B4D-BF9CFF2C0DB7}" v="13" dt="2025-10-23T04:42:19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ROBERTO ARAGÓN GONZÁLEZ" userId="08711c7df194d5de" providerId="LiveId" clId="{4048EA09-65E1-4842-9B4D-BF9CFF2C0DB7}"/>
    <pc:docChg chg="undo custSel addSld delSld modSld">
      <pc:chgData name="GERARDO ROBERTO ARAGÓN GONZÁLEZ" userId="08711c7df194d5de" providerId="LiveId" clId="{4048EA09-65E1-4842-9B4D-BF9CFF2C0DB7}" dt="2025-10-23T11:21:38.925" v="507" actId="114"/>
      <pc:docMkLst>
        <pc:docMk/>
      </pc:docMkLst>
      <pc:sldChg chg="addSp modSp mod">
        <pc:chgData name="GERARDO ROBERTO ARAGÓN GONZÁLEZ" userId="08711c7df194d5de" providerId="LiveId" clId="{4048EA09-65E1-4842-9B4D-BF9CFF2C0DB7}" dt="2025-10-23T03:53:06.937" v="18" actId="2711"/>
        <pc:sldMkLst>
          <pc:docMk/>
          <pc:sldMk cId="4069248238" sldId="256"/>
        </pc:sldMkLst>
        <pc:spChg chg="mod">
          <ac:chgData name="GERARDO ROBERTO ARAGÓN GONZÁLEZ" userId="08711c7df194d5de" providerId="LiveId" clId="{4048EA09-65E1-4842-9B4D-BF9CFF2C0DB7}" dt="2025-10-23T03:53:06.937" v="18" actId="2711"/>
          <ac:spMkLst>
            <pc:docMk/>
            <pc:sldMk cId="4069248238" sldId="256"/>
            <ac:spMk id="2" creationId="{053E5341-6A22-E713-A45D-158B5DAEEE86}"/>
          </ac:spMkLst>
        </pc:spChg>
        <pc:spChg chg="mod">
          <ac:chgData name="GERARDO ROBERTO ARAGÓN GONZÁLEZ" userId="08711c7df194d5de" providerId="LiveId" clId="{4048EA09-65E1-4842-9B4D-BF9CFF2C0DB7}" dt="2025-10-23T03:52:35.376" v="16" actId="242"/>
          <ac:spMkLst>
            <pc:docMk/>
            <pc:sldMk cId="4069248238" sldId="256"/>
            <ac:spMk id="3" creationId="{2BE1123C-642A-C212-F797-5068EFA6774A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0" creationId="{8D985692-074C-0521-9F36-3E7B06EE0B37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1" creationId="{6B88FAC0-5EB0-0124-57D4-0328BF4551D8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2" creationId="{A14CCCA9-CEC7-415F-8F92-819C02AE4A60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3" creationId="{58F297A9-B645-88B4-14A3-BED23BB57020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4" creationId="{36907099-2960-57F5-1D1E-7842F28AB2E7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5" creationId="{E2B82692-BCA8-CE27-2E9C-FC40FFCF95A5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6" creationId="{0C3CD0A3-0204-C5CF-ACB5-9F156A918552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7" creationId="{74C289C3-FE0C-204D-26DE-0BFDE5110E8C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8" creationId="{CE74D995-1323-9006-B998-0EC1C16BD54B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19" creationId="{40C732C5-80D7-EAE5-CF54-74918BEA11A2}"/>
          </ac:spMkLst>
        </pc:spChg>
        <pc:spChg chg="add mod">
          <ac:chgData name="GERARDO ROBERTO ARAGÓN GONZÁLEZ" userId="08711c7df194d5de" providerId="LiveId" clId="{4048EA09-65E1-4842-9B4D-BF9CFF2C0DB7}" dt="2025-10-23T03:51:43.031" v="7"/>
          <ac:spMkLst>
            <pc:docMk/>
            <pc:sldMk cId="4069248238" sldId="256"/>
            <ac:spMk id="20" creationId="{A5D3D77B-3FF2-BD5E-9719-48BF900BAA65}"/>
          </ac:spMkLst>
        </pc:spChg>
        <pc:graphicFrameChg chg="add mod">
          <ac:chgData name="GERARDO ROBERTO ARAGÓN GONZÁLEZ" userId="08711c7df194d5de" providerId="LiveId" clId="{4048EA09-65E1-4842-9B4D-BF9CFF2C0DB7}" dt="2025-10-23T03:51:38.287" v="1"/>
          <ac:graphicFrameMkLst>
            <pc:docMk/>
            <pc:sldMk cId="4069248238" sldId="256"/>
            <ac:graphicFrameMk id="4" creationId="{7BECC5B8-17D1-62AD-2838-CDBF3C292BFC}"/>
          </ac:graphicFrameMkLst>
        </pc:graphicFrameChg>
        <pc:graphicFrameChg chg="add mod">
          <ac:chgData name="GERARDO ROBERTO ARAGÓN GONZÁLEZ" userId="08711c7df194d5de" providerId="LiveId" clId="{4048EA09-65E1-4842-9B4D-BF9CFF2C0DB7}" dt="2025-10-23T03:51:38.287" v="1"/>
          <ac:graphicFrameMkLst>
            <pc:docMk/>
            <pc:sldMk cId="4069248238" sldId="256"/>
            <ac:graphicFrameMk id="5" creationId="{A7042A2A-8C23-7EEF-F7E8-39A17F030464}"/>
          </ac:graphicFrameMkLst>
        </pc:graphicFrameChg>
        <pc:graphicFrameChg chg="add mod">
          <ac:chgData name="GERARDO ROBERTO ARAGÓN GONZÁLEZ" userId="08711c7df194d5de" providerId="LiveId" clId="{4048EA09-65E1-4842-9B4D-BF9CFF2C0DB7}" dt="2025-10-23T03:51:38.287" v="1"/>
          <ac:graphicFrameMkLst>
            <pc:docMk/>
            <pc:sldMk cId="4069248238" sldId="256"/>
            <ac:graphicFrameMk id="6" creationId="{823C5750-7CD5-1043-890F-EB64CDC3D5D3}"/>
          </ac:graphicFrameMkLst>
        </pc:graphicFrameChg>
        <pc:graphicFrameChg chg="add mod">
          <ac:chgData name="GERARDO ROBERTO ARAGÓN GONZÁLEZ" userId="08711c7df194d5de" providerId="LiveId" clId="{4048EA09-65E1-4842-9B4D-BF9CFF2C0DB7}" dt="2025-10-23T03:51:38.287" v="1"/>
          <ac:graphicFrameMkLst>
            <pc:docMk/>
            <pc:sldMk cId="4069248238" sldId="256"/>
            <ac:graphicFrameMk id="7" creationId="{942B299C-7BAE-4C41-B042-821B7FD9B082}"/>
          </ac:graphicFrameMkLst>
        </pc:graphicFrameChg>
        <pc:graphicFrameChg chg="add mod">
          <ac:chgData name="GERARDO ROBERTO ARAGÓN GONZÁLEZ" userId="08711c7df194d5de" providerId="LiveId" clId="{4048EA09-65E1-4842-9B4D-BF9CFF2C0DB7}" dt="2025-10-23T03:51:38.287" v="1"/>
          <ac:graphicFrameMkLst>
            <pc:docMk/>
            <pc:sldMk cId="4069248238" sldId="256"/>
            <ac:graphicFrameMk id="8" creationId="{628ADF1D-1003-534B-8B21-239FDD4B73E0}"/>
          </ac:graphicFrameMkLst>
        </pc:graphicFrameChg>
        <pc:graphicFrameChg chg="add mod">
          <ac:chgData name="GERARDO ROBERTO ARAGÓN GONZÁLEZ" userId="08711c7df194d5de" providerId="LiveId" clId="{4048EA09-65E1-4842-9B4D-BF9CFF2C0DB7}" dt="2025-10-23T03:51:38.501" v="6" actId="27636"/>
          <ac:graphicFrameMkLst>
            <pc:docMk/>
            <pc:sldMk cId="4069248238" sldId="256"/>
            <ac:graphicFrameMk id="9" creationId="{1205E5B7-9CFE-FC4F-5BCC-BED4E6CA834A}"/>
          </ac:graphicFrameMkLst>
        </pc:graphicFrameChg>
      </pc:sldChg>
      <pc:sldChg chg="modSp add del mod">
        <pc:chgData name="GERARDO ROBERTO ARAGÓN GONZÁLEZ" userId="08711c7df194d5de" providerId="LiveId" clId="{4048EA09-65E1-4842-9B4D-BF9CFF2C0DB7}" dt="2025-10-23T03:58:30.552" v="59" actId="47"/>
        <pc:sldMkLst>
          <pc:docMk/>
          <pc:sldMk cId="2862741719" sldId="257"/>
        </pc:sldMkLst>
        <pc:spChg chg="mod">
          <ac:chgData name="GERARDO ROBERTO ARAGÓN GONZÁLEZ" userId="08711c7df194d5de" providerId="LiveId" clId="{4048EA09-65E1-4842-9B4D-BF9CFF2C0DB7}" dt="2025-10-23T03:57:11.577" v="45" actId="20577"/>
          <ac:spMkLst>
            <pc:docMk/>
            <pc:sldMk cId="2862741719" sldId="257"/>
            <ac:spMk id="2" creationId="{ACE9150E-0680-9106-6FD0-091B9E0B141E}"/>
          </ac:spMkLst>
        </pc:spChg>
        <pc:spChg chg="mod">
          <ac:chgData name="GERARDO ROBERTO ARAGÓN GONZÁLEZ" userId="08711c7df194d5de" providerId="LiveId" clId="{4048EA09-65E1-4842-9B4D-BF9CFF2C0DB7}" dt="2025-10-23T03:57:07.827" v="44" actId="2711"/>
          <ac:spMkLst>
            <pc:docMk/>
            <pc:sldMk cId="2862741719" sldId="257"/>
            <ac:spMk id="3" creationId="{7D83EE4B-EB7F-2AA8-F5CA-40531595DDC0}"/>
          </ac:spMkLst>
        </pc:spChg>
      </pc:sldChg>
      <pc:sldChg chg="modSp add del mod">
        <pc:chgData name="GERARDO ROBERTO ARAGÓN GONZÁLEZ" userId="08711c7df194d5de" providerId="LiveId" clId="{4048EA09-65E1-4842-9B4D-BF9CFF2C0DB7}" dt="2025-10-23T04:43:53.585" v="247" actId="207"/>
        <pc:sldMkLst>
          <pc:docMk/>
          <pc:sldMk cId="1533649985" sldId="258"/>
        </pc:sldMkLst>
        <pc:spChg chg="mod">
          <ac:chgData name="GERARDO ROBERTO ARAGÓN GONZÁLEZ" userId="08711c7df194d5de" providerId="LiveId" clId="{4048EA09-65E1-4842-9B4D-BF9CFF2C0DB7}" dt="2025-10-23T04:03:59.362" v="81" actId="2711"/>
          <ac:spMkLst>
            <pc:docMk/>
            <pc:sldMk cId="1533649985" sldId="258"/>
            <ac:spMk id="2" creationId="{15E92128-523F-A176-2DF1-A409CBFA2E62}"/>
          </ac:spMkLst>
        </pc:spChg>
        <pc:spChg chg="mod">
          <ac:chgData name="GERARDO ROBERTO ARAGÓN GONZÁLEZ" userId="08711c7df194d5de" providerId="LiveId" clId="{4048EA09-65E1-4842-9B4D-BF9CFF2C0DB7}" dt="2025-10-23T04:43:53.585" v="247" actId="207"/>
          <ac:spMkLst>
            <pc:docMk/>
            <pc:sldMk cId="1533649985" sldId="258"/>
            <ac:spMk id="3" creationId="{F64A0DFE-E1B3-E7C4-0548-4496548F9ED2}"/>
          </ac:spMkLst>
        </pc:spChg>
      </pc:sldChg>
      <pc:sldChg chg="addSp delSp modSp new del mod">
        <pc:chgData name="GERARDO ROBERTO ARAGÓN GONZÁLEZ" userId="08711c7df194d5de" providerId="LiveId" clId="{4048EA09-65E1-4842-9B4D-BF9CFF2C0DB7}" dt="2025-10-23T04:29:44.139" v="95" actId="47"/>
        <pc:sldMkLst>
          <pc:docMk/>
          <pc:sldMk cId="195264112" sldId="259"/>
        </pc:sldMkLst>
        <pc:spChg chg="del">
          <ac:chgData name="GERARDO ROBERTO ARAGÓN GONZÁLEZ" userId="08711c7df194d5de" providerId="LiveId" clId="{4048EA09-65E1-4842-9B4D-BF9CFF2C0DB7}" dt="2025-10-23T04:13:22.209" v="92" actId="21"/>
          <ac:spMkLst>
            <pc:docMk/>
            <pc:sldMk cId="195264112" sldId="259"/>
            <ac:spMk id="2" creationId="{F0DE0A5F-5805-6E0F-E006-D636F29F7952}"/>
          </ac:spMkLst>
        </pc:spChg>
        <pc:spChg chg="mod">
          <ac:chgData name="GERARDO ROBERTO ARAGÓN GONZÁLEZ" userId="08711c7df194d5de" providerId="LiveId" clId="{4048EA09-65E1-4842-9B4D-BF9CFF2C0DB7}" dt="2025-10-23T04:13:26.415" v="93" actId="14100"/>
          <ac:spMkLst>
            <pc:docMk/>
            <pc:sldMk cId="195264112" sldId="259"/>
            <ac:spMk id="3" creationId="{385E3426-5AAB-21F7-89BB-5768AF127731}"/>
          </ac:spMkLst>
        </pc:spChg>
        <pc:picChg chg="add mod">
          <ac:chgData name="GERARDO ROBERTO ARAGÓN GONZÁLEZ" userId="08711c7df194d5de" providerId="LiveId" clId="{4048EA09-65E1-4842-9B4D-BF9CFF2C0DB7}" dt="2025-10-23T04:13:39.173" v="94" actId="1076"/>
          <ac:picMkLst>
            <pc:docMk/>
            <pc:sldMk cId="195264112" sldId="259"/>
            <ac:picMk id="4" creationId="{6083E5E2-8D06-8413-3214-8B5769217AA1}"/>
          </ac:picMkLst>
        </pc:picChg>
      </pc:sldChg>
      <pc:sldChg chg="modSp del mod">
        <pc:chgData name="GERARDO ROBERTO ARAGÓN GONZÁLEZ" userId="08711c7df194d5de" providerId="LiveId" clId="{4048EA09-65E1-4842-9B4D-BF9CFF2C0DB7}" dt="2025-10-23T03:58:28.177" v="53" actId="47"/>
        <pc:sldMkLst>
          <pc:docMk/>
          <pc:sldMk cId="554925840" sldId="259"/>
        </pc:sldMkLst>
        <pc:spChg chg="mod">
          <ac:chgData name="GERARDO ROBERTO ARAGÓN GONZÁLEZ" userId="08711c7df194d5de" providerId="LiveId" clId="{4048EA09-65E1-4842-9B4D-BF9CFF2C0DB7}" dt="2025-10-23T03:51:43.077" v="9" actId="27636"/>
          <ac:spMkLst>
            <pc:docMk/>
            <pc:sldMk cId="554925840" sldId="259"/>
            <ac:spMk id="2" creationId="{F4F99BA4-A6A6-BBF8-0A06-F9C782E20D03}"/>
          </ac:spMkLst>
        </pc:spChg>
      </pc:sldChg>
      <pc:sldChg chg="modSp add mod">
        <pc:chgData name="GERARDO ROBERTO ARAGÓN GONZÁLEZ" userId="08711c7df194d5de" providerId="LiveId" clId="{4048EA09-65E1-4842-9B4D-BF9CFF2C0DB7}" dt="2025-10-23T04:43:47.932" v="246" actId="207"/>
        <pc:sldMkLst>
          <pc:docMk/>
          <pc:sldMk cId="1087176512" sldId="260"/>
        </pc:sldMkLst>
        <pc:spChg chg="mod">
          <ac:chgData name="GERARDO ROBERTO ARAGÓN GONZÁLEZ" userId="08711c7df194d5de" providerId="LiveId" clId="{4048EA09-65E1-4842-9B4D-BF9CFF2C0DB7}" dt="2025-10-23T04:43:47.932" v="246" actId="207"/>
          <ac:spMkLst>
            <pc:docMk/>
            <pc:sldMk cId="1087176512" sldId="260"/>
            <ac:spMk id="2" creationId="{F0DE0A5F-5805-6E0F-E006-D636F29F7952}"/>
          </ac:spMkLst>
        </pc:spChg>
        <pc:spChg chg="mod">
          <ac:chgData name="GERARDO ROBERTO ARAGÓN GONZÁLEZ" userId="08711c7df194d5de" providerId="LiveId" clId="{4048EA09-65E1-4842-9B4D-BF9CFF2C0DB7}" dt="2025-10-23T04:43:45.414" v="245" actId="207"/>
          <ac:spMkLst>
            <pc:docMk/>
            <pc:sldMk cId="1087176512" sldId="260"/>
            <ac:spMk id="3" creationId="{385E3426-5AAB-21F7-89BB-5768AF127731}"/>
          </ac:spMkLst>
        </pc:spChg>
      </pc:sldChg>
      <pc:sldChg chg="modSp del mod">
        <pc:chgData name="GERARDO ROBERTO ARAGÓN GONZÁLEZ" userId="08711c7df194d5de" providerId="LiveId" clId="{4048EA09-65E1-4842-9B4D-BF9CFF2C0DB7}" dt="2025-10-23T03:58:28.332" v="54" actId="47"/>
        <pc:sldMkLst>
          <pc:docMk/>
          <pc:sldMk cId="2766564264" sldId="260"/>
        </pc:sldMkLst>
        <pc:spChg chg="mod">
          <ac:chgData name="GERARDO ROBERTO ARAGÓN GONZÁLEZ" userId="08711c7df194d5de" providerId="LiveId" clId="{4048EA09-65E1-4842-9B4D-BF9CFF2C0DB7}" dt="2025-10-23T03:51:43.083" v="10" actId="27636"/>
          <ac:spMkLst>
            <pc:docMk/>
            <pc:sldMk cId="2766564264" sldId="260"/>
            <ac:spMk id="2" creationId="{77DCF816-E3F0-FC89-6AF7-0DF3CB8F5B71}"/>
          </ac:spMkLst>
        </pc:spChg>
      </pc:sldChg>
      <pc:sldChg chg="modSp del mod">
        <pc:chgData name="GERARDO ROBERTO ARAGÓN GONZÁLEZ" userId="08711c7df194d5de" providerId="LiveId" clId="{4048EA09-65E1-4842-9B4D-BF9CFF2C0DB7}" dt="2025-10-23T03:58:28.482" v="55" actId="47"/>
        <pc:sldMkLst>
          <pc:docMk/>
          <pc:sldMk cId="1068729535" sldId="261"/>
        </pc:sldMkLst>
        <pc:spChg chg="mod">
          <ac:chgData name="GERARDO ROBERTO ARAGÓN GONZÁLEZ" userId="08711c7df194d5de" providerId="LiveId" clId="{4048EA09-65E1-4842-9B4D-BF9CFF2C0DB7}" dt="2025-10-23T03:51:43.087" v="11" actId="27636"/>
          <ac:spMkLst>
            <pc:docMk/>
            <pc:sldMk cId="1068729535" sldId="261"/>
            <ac:spMk id="2" creationId="{93F6F24A-EAD4-463F-E4A8-CCD777B183B4}"/>
          </ac:spMkLst>
        </pc:spChg>
      </pc:sldChg>
      <pc:sldChg chg="modSp add mod">
        <pc:chgData name="GERARDO ROBERTO ARAGÓN GONZÁLEZ" userId="08711c7df194d5de" providerId="LiveId" clId="{4048EA09-65E1-4842-9B4D-BF9CFF2C0DB7}" dt="2025-10-23T04:46:11.679" v="249" actId="207"/>
        <pc:sldMkLst>
          <pc:docMk/>
          <pc:sldMk cId="3854069069" sldId="261"/>
        </pc:sldMkLst>
        <pc:spChg chg="mod">
          <ac:chgData name="GERARDO ROBERTO ARAGÓN GONZÁLEZ" userId="08711c7df194d5de" providerId="LiveId" clId="{4048EA09-65E1-4842-9B4D-BF9CFF2C0DB7}" dt="2025-10-23T04:46:11.679" v="249" actId="207"/>
          <ac:spMkLst>
            <pc:docMk/>
            <pc:sldMk cId="3854069069" sldId="261"/>
            <ac:spMk id="2" creationId="{F0DE0A5F-5805-6E0F-E006-D636F29F7952}"/>
          </ac:spMkLst>
        </pc:spChg>
        <pc:spChg chg="mod">
          <ac:chgData name="GERARDO ROBERTO ARAGÓN GONZÁLEZ" userId="08711c7df194d5de" providerId="LiveId" clId="{4048EA09-65E1-4842-9B4D-BF9CFF2C0DB7}" dt="2025-10-23T04:46:08.593" v="248" actId="207"/>
          <ac:spMkLst>
            <pc:docMk/>
            <pc:sldMk cId="3854069069" sldId="261"/>
            <ac:spMk id="3" creationId="{385E3426-5AAB-21F7-89BB-5768AF127731}"/>
          </ac:spMkLst>
        </pc:spChg>
      </pc:sldChg>
      <pc:sldChg chg="modSp del mod">
        <pc:chgData name="GERARDO ROBERTO ARAGÓN GONZÁLEZ" userId="08711c7df194d5de" providerId="LiveId" clId="{4048EA09-65E1-4842-9B4D-BF9CFF2C0DB7}" dt="2025-10-23T03:58:28.665" v="56" actId="47"/>
        <pc:sldMkLst>
          <pc:docMk/>
          <pc:sldMk cId="794097008" sldId="262"/>
        </pc:sldMkLst>
        <pc:spChg chg="mod">
          <ac:chgData name="GERARDO ROBERTO ARAGÓN GONZÁLEZ" userId="08711c7df194d5de" providerId="LiveId" clId="{4048EA09-65E1-4842-9B4D-BF9CFF2C0DB7}" dt="2025-10-23T03:51:43.091" v="12" actId="27636"/>
          <ac:spMkLst>
            <pc:docMk/>
            <pc:sldMk cId="794097008" sldId="262"/>
            <ac:spMk id="2" creationId="{3D0478D9-3491-1C19-038D-D5E252A3F5C0}"/>
          </ac:spMkLst>
        </pc:spChg>
      </pc:sldChg>
      <pc:sldChg chg="modSp new mod">
        <pc:chgData name="GERARDO ROBERTO ARAGÓN GONZÁLEZ" userId="08711c7df194d5de" providerId="LiveId" clId="{4048EA09-65E1-4842-9B4D-BF9CFF2C0DB7}" dt="2025-10-23T11:21:38.925" v="507" actId="114"/>
        <pc:sldMkLst>
          <pc:docMk/>
          <pc:sldMk cId="1745013406" sldId="262"/>
        </pc:sldMkLst>
        <pc:spChg chg="mod">
          <ac:chgData name="GERARDO ROBERTO ARAGÓN GONZÁLEZ" userId="08711c7df194d5de" providerId="LiveId" clId="{4048EA09-65E1-4842-9B4D-BF9CFF2C0DB7}" dt="2025-10-23T04:40:36.774" v="205" actId="207"/>
          <ac:spMkLst>
            <pc:docMk/>
            <pc:sldMk cId="1745013406" sldId="262"/>
            <ac:spMk id="2" creationId="{F070FFD1-9DDA-C153-196F-31D8D850C061}"/>
          </ac:spMkLst>
        </pc:spChg>
        <pc:spChg chg="mod">
          <ac:chgData name="GERARDO ROBERTO ARAGÓN GONZÁLEZ" userId="08711c7df194d5de" providerId="LiveId" clId="{4048EA09-65E1-4842-9B4D-BF9CFF2C0DB7}" dt="2025-10-23T11:21:38.925" v="507" actId="114"/>
          <ac:spMkLst>
            <pc:docMk/>
            <pc:sldMk cId="1745013406" sldId="262"/>
            <ac:spMk id="3" creationId="{DAFD9DDF-4D17-92EB-2BF1-BD9635D28A7B}"/>
          </ac:spMkLst>
        </pc:spChg>
      </pc:sldChg>
      <pc:sldChg chg="modSp new mod">
        <pc:chgData name="GERARDO ROBERTO ARAGÓN GONZÁLEZ" userId="08711c7df194d5de" providerId="LiveId" clId="{4048EA09-65E1-4842-9B4D-BF9CFF2C0DB7}" dt="2025-10-23T04:43:34.536" v="244" actId="113"/>
        <pc:sldMkLst>
          <pc:docMk/>
          <pc:sldMk cId="1912373604" sldId="263"/>
        </pc:sldMkLst>
        <pc:spChg chg="mod">
          <ac:chgData name="GERARDO ROBERTO ARAGÓN GONZÁLEZ" userId="08711c7df194d5de" providerId="LiveId" clId="{4048EA09-65E1-4842-9B4D-BF9CFF2C0DB7}" dt="2025-10-23T04:41:15.319" v="212" actId="207"/>
          <ac:spMkLst>
            <pc:docMk/>
            <pc:sldMk cId="1912373604" sldId="263"/>
            <ac:spMk id="2" creationId="{194C48A2-1973-E110-57D2-D7B3FDE3355A}"/>
          </ac:spMkLst>
        </pc:spChg>
        <pc:spChg chg="mod">
          <ac:chgData name="GERARDO ROBERTO ARAGÓN GONZÁLEZ" userId="08711c7df194d5de" providerId="LiveId" clId="{4048EA09-65E1-4842-9B4D-BF9CFF2C0DB7}" dt="2025-10-23T04:43:34.536" v="244" actId="113"/>
          <ac:spMkLst>
            <pc:docMk/>
            <pc:sldMk cId="1912373604" sldId="263"/>
            <ac:spMk id="3" creationId="{FAB9217E-FC35-EF87-54BA-13E802DD8F1D}"/>
          </ac:spMkLst>
        </pc:spChg>
      </pc:sldChg>
      <pc:sldChg chg="add del">
        <pc:chgData name="GERARDO ROBERTO ARAGÓN GONZÁLEZ" userId="08711c7df194d5de" providerId="LiveId" clId="{4048EA09-65E1-4842-9B4D-BF9CFF2C0DB7}" dt="2025-10-23T03:53:27.313" v="19" actId="2696"/>
        <pc:sldMkLst>
          <pc:docMk/>
          <pc:sldMk cId="3016575111" sldId="263"/>
        </pc:sldMkLst>
      </pc:sldChg>
      <pc:sldChg chg="add del">
        <pc:chgData name="GERARDO ROBERTO ARAGÓN GONZÁLEZ" userId="08711c7df194d5de" providerId="LiveId" clId="{4048EA09-65E1-4842-9B4D-BF9CFF2C0DB7}" dt="2025-10-23T04:40:46.877" v="207" actId="2890"/>
        <pc:sldMkLst>
          <pc:docMk/>
          <pc:sldMk cId="4183398370" sldId="263"/>
        </pc:sldMkLst>
      </pc:sldChg>
      <pc:sldChg chg="addSp delSp modSp new mod">
        <pc:chgData name="GERARDO ROBERTO ARAGÓN GONZÁLEZ" userId="08711c7df194d5de" providerId="LiveId" clId="{4048EA09-65E1-4842-9B4D-BF9CFF2C0DB7}" dt="2025-10-23T05:00:03.166" v="405" actId="14100"/>
        <pc:sldMkLst>
          <pc:docMk/>
          <pc:sldMk cId="417061415" sldId="264"/>
        </pc:sldMkLst>
        <pc:spChg chg="del">
          <ac:chgData name="GERARDO ROBERTO ARAGÓN GONZÁLEZ" userId="08711c7df194d5de" providerId="LiveId" clId="{4048EA09-65E1-4842-9B4D-BF9CFF2C0DB7}" dt="2025-10-23T04:46:39.244" v="274" actId="21"/>
          <ac:spMkLst>
            <pc:docMk/>
            <pc:sldMk cId="417061415" sldId="264"/>
            <ac:spMk id="2" creationId="{88F8D806-4C60-3945-A59E-31EE0F4A7A79}"/>
          </ac:spMkLst>
        </pc:spChg>
        <pc:spChg chg="mod">
          <ac:chgData name="GERARDO ROBERTO ARAGÓN GONZÁLEZ" userId="08711c7df194d5de" providerId="LiveId" clId="{4048EA09-65E1-4842-9B4D-BF9CFF2C0DB7}" dt="2025-10-23T04:59:33.712" v="397" actId="21"/>
          <ac:spMkLst>
            <pc:docMk/>
            <pc:sldMk cId="417061415" sldId="264"/>
            <ac:spMk id="3" creationId="{D2FE30EC-EA56-F5E1-0A3F-F09AD9A353B4}"/>
          </ac:spMkLst>
        </pc:spChg>
        <pc:spChg chg="add mod">
          <ac:chgData name="GERARDO ROBERTO ARAGÓN GONZÁLEZ" userId="08711c7df194d5de" providerId="LiveId" clId="{4048EA09-65E1-4842-9B4D-BF9CFF2C0DB7}" dt="2025-10-23T05:00:03.166" v="405" actId="14100"/>
          <ac:spMkLst>
            <pc:docMk/>
            <pc:sldMk cId="417061415" sldId="264"/>
            <ac:spMk id="4" creationId="{6C72F462-AA5F-7A40-9D69-3C14478D3EF5}"/>
          </ac:spMkLst>
        </pc:spChg>
      </pc:sldChg>
      <pc:sldChg chg="addSp delSp modSp new mod">
        <pc:chgData name="GERARDO ROBERTO ARAGÓN GONZÁLEZ" userId="08711c7df194d5de" providerId="LiveId" clId="{4048EA09-65E1-4842-9B4D-BF9CFF2C0DB7}" dt="2025-10-23T04:56:05.383" v="369" actId="207"/>
        <pc:sldMkLst>
          <pc:docMk/>
          <pc:sldMk cId="409710484" sldId="265"/>
        </pc:sldMkLst>
        <pc:spChg chg="del">
          <ac:chgData name="GERARDO ROBERTO ARAGÓN GONZÁLEZ" userId="08711c7df194d5de" providerId="LiveId" clId="{4048EA09-65E1-4842-9B4D-BF9CFF2C0DB7}" dt="2025-10-23T04:47:41.965" v="287" actId="21"/>
          <ac:spMkLst>
            <pc:docMk/>
            <pc:sldMk cId="409710484" sldId="265"/>
            <ac:spMk id="2" creationId="{49BA0FBF-0BC0-E261-2ECE-260A4EB3C314}"/>
          </ac:spMkLst>
        </pc:spChg>
        <pc:spChg chg="mod">
          <ac:chgData name="GERARDO ROBERTO ARAGÓN GONZÁLEZ" userId="08711c7df194d5de" providerId="LiveId" clId="{4048EA09-65E1-4842-9B4D-BF9CFF2C0DB7}" dt="2025-10-23T04:56:05.383" v="369" actId="207"/>
          <ac:spMkLst>
            <pc:docMk/>
            <pc:sldMk cId="409710484" sldId="265"/>
            <ac:spMk id="3" creationId="{64E98B6C-BA5F-0331-E006-2C5390A2F982}"/>
          </ac:spMkLst>
        </pc:spChg>
        <pc:spChg chg="add mod">
          <ac:chgData name="GERARDO ROBERTO ARAGÓN GONZÁLEZ" userId="08711c7df194d5de" providerId="LiveId" clId="{4048EA09-65E1-4842-9B4D-BF9CFF2C0DB7}" dt="2025-10-23T04:50:24.024" v="317" actId="255"/>
          <ac:spMkLst>
            <pc:docMk/>
            <pc:sldMk cId="409710484" sldId="265"/>
            <ac:spMk id="4" creationId="{28DD5299-306F-0D61-59C0-A3E0DCD2459C}"/>
          </ac:spMkLst>
        </pc:spChg>
      </pc:sldChg>
      <pc:sldChg chg="addSp delSp modSp new mod">
        <pc:chgData name="GERARDO ROBERTO ARAGÓN GONZÁLEZ" userId="08711c7df194d5de" providerId="LiveId" clId="{4048EA09-65E1-4842-9B4D-BF9CFF2C0DB7}" dt="2025-10-23T04:56:00.947" v="368" actId="207"/>
        <pc:sldMkLst>
          <pc:docMk/>
          <pc:sldMk cId="2806825189" sldId="266"/>
        </pc:sldMkLst>
        <pc:spChg chg="del">
          <ac:chgData name="GERARDO ROBERTO ARAGÓN GONZÁLEZ" userId="08711c7df194d5de" providerId="LiveId" clId="{4048EA09-65E1-4842-9B4D-BF9CFF2C0DB7}" dt="2025-10-23T04:51:12.452" v="322" actId="21"/>
          <ac:spMkLst>
            <pc:docMk/>
            <pc:sldMk cId="2806825189" sldId="266"/>
            <ac:spMk id="2" creationId="{4A65C3E1-99C4-0E7C-EA3E-D30C1140A7F1}"/>
          </ac:spMkLst>
        </pc:spChg>
        <pc:spChg chg="mod">
          <ac:chgData name="GERARDO ROBERTO ARAGÓN GONZÁLEZ" userId="08711c7df194d5de" providerId="LiveId" clId="{4048EA09-65E1-4842-9B4D-BF9CFF2C0DB7}" dt="2025-10-23T04:56:00.947" v="368" actId="207"/>
          <ac:spMkLst>
            <pc:docMk/>
            <pc:sldMk cId="2806825189" sldId="266"/>
            <ac:spMk id="3" creationId="{D0885D9B-BC9B-3FBF-E44D-B98D3614382A}"/>
          </ac:spMkLst>
        </pc:spChg>
        <pc:spChg chg="add mod">
          <ac:chgData name="GERARDO ROBERTO ARAGÓN GONZÁLEZ" userId="08711c7df194d5de" providerId="LiveId" clId="{4048EA09-65E1-4842-9B4D-BF9CFF2C0DB7}" dt="2025-10-23T04:53:48.777" v="347" actId="1076"/>
          <ac:spMkLst>
            <pc:docMk/>
            <pc:sldMk cId="2806825189" sldId="266"/>
            <ac:spMk id="4" creationId="{D8073AAD-5DED-1357-EC28-06409ACE6086}"/>
          </ac:spMkLst>
        </pc:spChg>
      </pc:sldChg>
      <pc:sldChg chg="addSp delSp modSp new mod">
        <pc:chgData name="GERARDO ROBERTO ARAGÓN GONZÁLEZ" userId="08711c7df194d5de" providerId="LiveId" clId="{4048EA09-65E1-4842-9B4D-BF9CFF2C0DB7}" dt="2025-10-23T05:03:47.870" v="440" actId="14100"/>
        <pc:sldMkLst>
          <pc:docMk/>
          <pc:sldMk cId="1635113736" sldId="267"/>
        </pc:sldMkLst>
        <pc:spChg chg="del">
          <ac:chgData name="GERARDO ROBERTO ARAGÓN GONZÁLEZ" userId="08711c7df194d5de" providerId="LiveId" clId="{4048EA09-65E1-4842-9B4D-BF9CFF2C0DB7}" dt="2025-10-23T04:55:04.190" v="355" actId="21"/>
          <ac:spMkLst>
            <pc:docMk/>
            <pc:sldMk cId="1635113736" sldId="267"/>
            <ac:spMk id="2" creationId="{1376EFCC-2102-7AA0-ABD1-F59E048BBCC8}"/>
          </ac:spMkLst>
        </pc:spChg>
        <pc:spChg chg="mod">
          <ac:chgData name="GERARDO ROBERTO ARAGÓN GONZÁLEZ" userId="08711c7df194d5de" providerId="LiveId" clId="{4048EA09-65E1-4842-9B4D-BF9CFF2C0DB7}" dt="2025-10-23T05:03:47.870" v="440" actId="14100"/>
          <ac:spMkLst>
            <pc:docMk/>
            <pc:sldMk cId="1635113736" sldId="267"/>
            <ac:spMk id="3" creationId="{F15BB3F6-3FC8-F9D0-82E0-A806183BE147}"/>
          </ac:spMkLst>
        </pc:spChg>
        <pc:spChg chg="add mod">
          <ac:chgData name="GERARDO ROBERTO ARAGÓN GONZÁLEZ" userId="08711c7df194d5de" providerId="LiveId" clId="{4048EA09-65E1-4842-9B4D-BF9CFF2C0DB7}" dt="2025-10-23T04:57:59.075" v="386" actId="1076"/>
          <ac:spMkLst>
            <pc:docMk/>
            <pc:sldMk cId="1635113736" sldId="267"/>
            <ac:spMk id="4" creationId="{E3791FBE-0899-2561-3382-3FB1AF5B018B}"/>
          </ac:spMkLst>
        </pc:spChg>
      </pc:sldChg>
      <pc:sldChg chg="addSp delSp modSp new mod">
        <pc:chgData name="GERARDO ROBERTO ARAGÓN GONZÁLEZ" userId="08711c7df194d5de" providerId="LiveId" clId="{4048EA09-65E1-4842-9B4D-BF9CFF2C0DB7}" dt="2025-10-23T05:03:37.085" v="439" actId="1582"/>
        <pc:sldMkLst>
          <pc:docMk/>
          <pc:sldMk cId="1086776537" sldId="268"/>
        </pc:sldMkLst>
        <pc:spChg chg="del">
          <ac:chgData name="GERARDO ROBERTO ARAGÓN GONZÁLEZ" userId="08711c7df194d5de" providerId="LiveId" clId="{4048EA09-65E1-4842-9B4D-BF9CFF2C0DB7}" dt="2025-10-23T05:00:12.755" v="407" actId="21"/>
          <ac:spMkLst>
            <pc:docMk/>
            <pc:sldMk cId="1086776537" sldId="268"/>
            <ac:spMk id="2" creationId="{E1D7E66B-702B-38FC-7FCD-7F87EDF5D1A5}"/>
          </ac:spMkLst>
        </pc:spChg>
        <pc:spChg chg="mod">
          <ac:chgData name="GERARDO ROBERTO ARAGÓN GONZÁLEZ" userId="08711c7df194d5de" providerId="LiveId" clId="{4048EA09-65E1-4842-9B4D-BF9CFF2C0DB7}" dt="2025-10-23T05:03:37.085" v="439" actId="1582"/>
          <ac:spMkLst>
            <pc:docMk/>
            <pc:sldMk cId="1086776537" sldId="268"/>
            <ac:spMk id="3" creationId="{01A7BE9E-9DAC-87C3-B9EC-05F3D815C305}"/>
          </ac:spMkLst>
        </pc:spChg>
        <pc:spChg chg="add mod">
          <ac:chgData name="GERARDO ROBERTO ARAGÓN GONZÁLEZ" userId="08711c7df194d5de" providerId="LiveId" clId="{4048EA09-65E1-4842-9B4D-BF9CFF2C0DB7}" dt="2025-10-23T05:03:31.082" v="437" actId="1076"/>
          <ac:spMkLst>
            <pc:docMk/>
            <pc:sldMk cId="1086776537" sldId="268"/>
            <ac:spMk id="4" creationId="{2324481E-9A95-0DEA-66AC-75E44C4BAD03}"/>
          </ac:spMkLst>
        </pc:spChg>
      </pc:sldChg>
      <pc:sldChg chg="addSp delSp modSp new mod">
        <pc:chgData name="GERARDO ROBERTO ARAGÓN GONZÁLEZ" userId="08711c7df194d5de" providerId="LiveId" clId="{4048EA09-65E1-4842-9B4D-BF9CFF2C0DB7}" dt="2025-10-23T05:07:59.671" v="473" actId="207"/>
        <pc:sldMkLst>
          <pc:docMk/>
          <pc:sldMk cId="1172393465" sldId="269"/>
        </pc:sldMkLst>
        <pc:spChg chg="del">
          <ac:chgData name="GERARDO ROBERTO ARAGÓN GONZÁLEZ" userId="08711c7df194d5de" providerId="LiveId" clId="{4048EA09-65E1-4842-9B4D-BF9CFF2C0DB7}" dt="2025-10-23T05:04:41.653" v="442" actId="21"/>
          <ac:spMkLst>
            <pc:docMk/>
            <pc:sldMk cId="1172393465" sldId="269"/>
            <ac:spMk id="2" creationId="{4DA3364F-BF77-41DA-8025-922246BDF658}"/>
          </ac:spMkLst>
        </pc:spChg>
        <pc:spChg chg="mod">
          <ac:chgData name="GERARDO ROBERTO ARAGÓN GONZÁLEZ" userId="08711c7df194d5de" providerId="LiveId" clId="{4048EA09-65E1-4842-9B4D-BF9CFF2C0DB7}" dt="2025-10-23T05:07:59.671" v="473" actId="207"/>
          <ac:spMkLst>
            <pc:docMk/>
            <pc:sldMk cId="1172393465" sldId="269"/>
            <ac:spMk id="3" creationId="{C3E9A028-0BDF-3214-6A47-59C94D4BC850}"/>
          </ac:spMkLst>
        </pc:spChg>
        <pc:spChg chg="add mod">
          <ac:chgData name="GERARDO ROBERTO ARAGÓN GONZÁLEZ" userId="08711c7df194d5de" providerId="LiveId" clId="{4048EA09-65E1-4842-9B4D-BF9CFF2C0DB7}" dt="2025-10-23T05:07:17.912" v="466" actId="14100"/>
          <ac:spMkLst>
            <pc:docMk/>
            <pc:sldMk cId="1172393465" sldId="269"/>
            <ac:spMk id="4" creationId="{91515C36-B056-7472-1C7C-BF70FB959598}"/>
          </ac:spMkLst>
        </pc:spChg>
      </pc:sldChg>
      <pc:sldChg chg="addSp delSp modSp new mod">
        <pc:chgData name="GERARDO ROBERTO ARAGÓN GONZÁLEZ" userId="08711c7df194d5de" providerId="LiveId" clId="{4048EA09-65E1-4842-9B4D-BF9CFF2C0DB7}" dt="2025-10-23T05:11:01.056" v="506" actId="14100"/>
        <pc:sldMkLst>
          <pc:docMk/>
          <pc:sldMk cId="660144561" sldId="270"/>
        </pc:sldMkLst>
        <pc:spChg chg="del">
          <ac:chgData name="GERARDO ROBERTO ARAGÓN GONZÁLEZ" userId="08711c7df194d5de" providerId="LiveId" clId="{4048EA09-65E1-4842-9B4D-BF9CFF2C0DB7}" dt="2025-10-23T05:07:44.699" v="468" actId="21"/>
          <ac:spMkLst>
            <pc:docMk/>
            <pc:sldMk cId="660144561" sldId="270"/>
            <ac:spMk id="2" creationId="{2C4A9FAD-4CEF-AF19-E66E-9B5341DF56A5}"/>
          </ac:spMkLst>
        </pc:spChg>
        <pc:spChg chg="mod">
          <ac:chgData name="GERARDO ROBERTO ARAGÓN GONZÁLEZ" userId="08711c7df194d5de" providerId="LiveId" clId="{4048EA09-65E1-4842-9B4D-BF9CFF2C0DB7}" dt="2025-10-23T05:11:01.056" v="506" actId="14100"/>
          <ac:spMkLst>
            <pc:docMk/>
            <pc:sldMk cId="660144561" sldId="270"/>
            <ac:spMk id="3" creationId="{23DD4049-9C83-02FF-1DF7-56BA35E78893}"/>
          </ac:spMkLst>
        </pc:spChg>
        <pc:spChg chg="add mod">
          <ac:chgData name="GERARDO ROBERTO ARAGÓN GONZÁLEZ" userId="08711c7df194d5de" providerId="LiveId" clId="{4048EA09-65E1-4842-9B4D-BF9CFF2C0DB7}" dt="2025-10-23T05:10:57.530" v="505" actId="1076"/>
          <ac:spMkLst>
            <pc:docMk/>
            <pc:sldMk cId="660144561" sldId="270"/>
            <ac:spMk id="4" creationId="{DA3F6FB8-C6E9-9750-66ED-200C44C333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D69A3-1BC9-FE85-6645-250283A2DA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53C92A-7043-39E9-2DB6-6293A272F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619F36-CEBB-129F-A8D3-B440BF11C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EDCDA9-F2D3-BC4C-59FB-E4912CA41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12CB37-DFEE-B167-E216-7C78F0FB2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5392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0D702-E2EA-A23A-D8B2-1CC33DB4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C419E7-EB20-55C9-D9F6-0FBAB6880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FC68AF-A943-B085-8660-06364D7A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AFA179-E0AF-25D3-ED67-82F0B7040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5A3BBF-1988-0670-E6BD-5D78A378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3703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770C1-CAF4-D2EF-2530-B87C0FB5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1B2DDF-FC91-F173-9050-985F85540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9386B9-81AF-A33D-29A9-5D7906091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37EFD1-1699-B8A0-5B8F-BB067A9C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050C94-4089-F5E5-A893-5F75228D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4324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142AF-8D2B-1E24-18A5-3C1326EAF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8F998A-EC3C-802E-9209-821A6A130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B3A8C0-0FD2-4908-5878-A67E1FDE7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88F7B8-7E95-EFB7-FFCF-49156B23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48D29C-9B8F-E179-2B15-6D0C9951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507F11-3366-2E48-81CA-8FF76632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8285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68CE0-0DEE-1D6C-3EB1-177A4A71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87409E-9FB0-7827-3E8A-D6B2093B5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C7484C-49E3-CF49-4781-2EB08C29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EF599BA-C018-B83B-2B7B-6CD85C726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86C3CF9-4482-1324-3D8A-FED48CD0A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3AA2296-04C0-988B-C26D-AAE7BB5E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D6692DE-89A6-B4DA-C4F7-C61BF4AE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587254-E895-0EFB-ECC3-DFD053F6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503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9652A-A52E-AB59-FFB1-64E70BBC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5497C6B-4674-DE14-B7B9-FE3662F8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A027DC-A490-062E-5AB6-4D221FFB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6BC137-00E5-CB59-970F-F3F76C97F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484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17A50B-8456-2956-5395-3D14293B5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C20DC8E-4D0E-078D-7EB0-3FA21C53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51AEFF-AF2E-E56E-5869-21FFF3C2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9125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6743F-2679-2223-87FB-09AB44145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1E9D3D-70A8-0D95-BFC5-972A16531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FE7A09-3A87-EF49-FA82-66A3EDC7D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8B473D-4672-CF71-27C7-313635E2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FE5727-2A83-AD67-6986-41F766A06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4A95A7-7080-7D21-099E-FFE9546E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7627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CAF4E6-2D92-0C9B-EFA2-A94DD97A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155EB7-BC4A-2C9C-5847-6C722EADC8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67D2EA-CEA9-1473-F8EB-0DECC094B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5D4BBF-7758-6C9C-46D0-E2F03F36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30F140-3363-2E11-FD99-6CE40E8C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99C33B-AFF7-A7EA-6B17-F2095CF1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9227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7C887-D5EE-3117-F887-D8275C64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D5FCF8-4A13-30A4-0981-9C56DD40B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539E3-799E-8117-0A53-F8912FA5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54F8EF-0E93-E47F-4DEA-F2D50AD21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CF82D4-279A-A141-4D4D-41ECA7EFE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42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402902-EB74-0C24-8778-BEA08ED3A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30E281-F819-1F9B-8136-61AAF6272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D3A7E5-E98D-FF5F-6E3A-1A8E7A99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44F4D2-E4C1-2B91-E496-20A936C5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CCB532-E451-CE1D-9BEE-33D4D7F2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8973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497778-869A-8B4F-2F76-30671C18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1FCD80-C442-9979-9665-3C185AD84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CF598A-3A66-9F85-B477-D12BC931D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C2EE59-404A-AF57-AFC3-F925AC9F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E8502C-141D-F60F-272E-84E23401D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860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496C590-CB7B-C17B-6A32-305DAED35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A4CFDD-A204-CA50-A01F-E63447AFB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1F1798-A999-C3B6-2737-9597A21E5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5264C3-67E3-4A27-911B-9D7F8B44A81C}" type="datetimeFigureOut">
              <a:rPr lang="es-MX" smtClean="0"/>
              <a:t>23/10/2025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4641C1-3B8A-402D-7EF0-D0ADACD44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DD0C56-9CDE-B04D-0531-7B16C05AC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CDB18-35D3-454F-BEC1-959F1D09D52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104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E5341-6A22-E713-A45D-158B5DAE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47963"/>
          </a:xfrm>
        </p:spPr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Presentación: Retos Finales y Conclusiones del Peritaje Digital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E1123C-642A-C212-F797-5068EFA67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8999"/>
            <a:ext cx="10515600" cy="2747963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PANORAMA ACTUAL DE LA PRUEBA DIGITAL EN EL CONTEXTO DE LA</a:t>
            </a:r>
          </a:p>
          <a:p>
            <a:pPr marL="0" indent="0" algn="ctr">
              <a:buNone/>
            </a:pPr>
            <a:r>
              <a:rPr lang="es-ES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JUSTICIA ELECTRÓNICA EN </a:t>
            </a:r>
            <a:r>
              <a:rPr lang="es-MX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MÉXICO EN</a:t>
            </a:r>
          </a:p>
          <a:p>
            <a:pPr marL="0" indent="0" algn="ctr">
              <a:buNone/>
            </a:pPr>
            <a:r>
              <a:rPr lang="es-MX" sz="28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MATERIA PENAL.</a:t>
            </a:r>
          </a:p>
          <a:p>
            <a:pPr marL="0" indent="0" algn="ctr">
              <a:buNone/>
            </a:pPr>
            <a:r>
              <a:rPr lang="es-MX" sz="2400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Dr. Carlos Antonio Vázquez Azuara</a:t>
            </a:r>
          </a:p>
          <a:p>
            <a:pPr marL="0" indent="0" algn="ctr">
              <a:buNone/>
            </a:pPr>
            <a:r>
              <a:rPr lang="es-MX" sz="2400" b="1" kern="100" dirty="0">
                <a:solidFill>
                  <a:srgbClr val="0F4761"/>
                </a:solidFill>
                <a:latin typeface="Century Gothic" panose="020B0502020202020204" pitchFamily="34" charset="0"/>
              </a:rPr>
              <a:t>PARTE 3 de 3</a:t>
            </a:r>
            <a:endParaRPr lang="es-MX" b="1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9248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9150E-0680-9106-6FD0-091B9E0B1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Retos y Conclusiones</a:t>
            </a:r>
            <a:endParaRPr lang="es-ES" b="1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83EE4B-EB7F-2AA8-F5CA-40531595D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indent="0" algn="just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EL FUTURO DE LA PRUEBA DIGITAL: Retos Procesales y Conclusiones</a:t>
            </a:r>
          </a:p>
          <a:p>
            <a:pPr marL="0" indent="0" algn="just">
              <a:buNone/>
            </a:pPr>
            <a:endParaRPr lang="es-ES" kern="10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Del Principio de Idoneidad a la Praxis de las Conclusiones Finales.</a:t>
            </a:r>
          </a:p>
          <a:p>
            <a:pPr marL="0" indent="0" algn="just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Últimas Lecciones en Derecho Informático y Peritaje</a:t>
            </a:r>
            <a:endParaRPr lang="es-MX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74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92128-523F-A176-2DF1-A409CBFA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algn="ctr" rtl="0"/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11. EL PRINCIPIO DE IDONEIDAD Y CONGRUENCIA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4A0DFE-E1B3-E7C4-0548-4496548F9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587" y="1825625"/>
            <a:ext cx="11107711" cy="4485234"/>
          </a:xfrm>
        </p:spPr>
        <p:txBody>
          <a:bodyPr anchor="ctr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PRINCIPIO DE IDONEIDAD: LA PERTINENCIA DE LA PRUEBA.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prueba digital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debe ser idónea (adecuada) para demostrar el hecho y congruente (coherente) con la hipótesis del caso.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herramienta y metodología pericial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elegida deben ser técnicamente aptas para extraer la evidencia del dispositivo específico.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El resultado del dictamen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debe ser relevante y útil para probar el punto controvertido en el proceso penal.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El Juez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debe ejercer el control de idoneidad, excluyendo pruebas digitales que, aunque lícitas, no aportan valor sustancial al caso (pruebas superfluas).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Es la aplicación del principio de pertinencia y utilidad del Código Nacional de Procedimientos Penales (CNPP) a la evidencia digital.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649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E0A5F-5805-6E0F-E006-D636F29F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12. PERICIALES NO IDÓNEAS Y SU EXCLUSIÓN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5E3426-5AAB-21F7-89BB-5768AF127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486275"/>
          </a:xfrm>
        </p:spPr>
        <p:txBody>
          <a:bodyPr anchor="ctr"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PERICIALES NO IDÓNEAS: CAUSAS DE EXCLUSIÓN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Causa 1: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Falta de Técnica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Uso de métodos empíricos o herramientas no forenses (ej., copiar y pegar archivos en lugar de usar imagen </a:t>
            </a:r>
            <a:r>
              <a:rPr lang="es-E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bitstream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).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Causa 2: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Impertinencia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El peritaje versa sobre hechos ya probados o irrelevantes para la teoría del caso.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Causa 3: Obscuridad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El dictamen es técnicamente incomprensible o presenta conclusiones ambiguas o contradictorias.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Causa 4: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Futilidad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La prueba digital no es susceptible de ser valorada racionalmente por el Tribunal.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Consecuencia Procesal: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La exclusión del dictamen pericial en la Etapa Intermedia o su invalidez en el Juicio Oral por violación a las reglas de la prueba.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17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E0A5F-5805-6E0F-E006-D636F29F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13. CONCLUSIÓN (Parte I):</a:t>
            </a:r>
            <a:b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</a:b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El Nuevo Jurista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5E3426-5AAB-21F7-89BB-5768AF127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EL ABOGADO Y LA CONCIENCIA TECNOLÓGICA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Síntesis Fundamental: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El Derecho Informático no es una rama especializada; es una conciencia jurídica que debe permear toda la profesión.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Evolución del Jurista: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El abogado moderno debe pasar de ser un operador de normas a un operador jurídico-tecnológico capaz de entender y cuestionar la prueba digital.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Responsabilidad Ética: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La inacción o ignorancia del perito/abogado ante la evidencia digital puede llevar a la impunidad o a la violación de derechos (prueba ilícita).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Necesidad Formativa: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Urge la inclusión de la Informática Jurídica y el Peritaje Forense como materias troncales en la formación de todo jurista.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069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0FFD1-9DDA-C153-196F-31D8D850C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13. CONCLUSIÓN (Parte II):</a:t>
            </a:r>
            <a:b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</a:b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Los Retos del Estado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FD9DDF-4D17-92EB-2BF1-BD9635D28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85000" lnSpcReduction="20000"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RETOS INSTITUCIONALES Y NORMATIVOS DE MÉXICO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Reto 1: Certificación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Crear un sistema de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certificación profesional y obligatoria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para los peritos informáticos, validado por la comunidad científica y judicial.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Reto 2: Protocolos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Formalizar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Protocolos de Actuación Forense Digitales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unificados y actualizados que superen la mera mención en el CNPP y detallen el manejo de cada tipo de evidencia (</a:t>
            </a:r>
            <a:r>
              <a:rPr lang="es-ES" i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IoT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, Cloud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).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Reto 3: Infraestructura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Inversión del Estado en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Laboratorios Forenses Digitales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y herramientas de software licenciadas y validadas, dejando de lado las soluciones empíricas.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Visión Normativa: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La ley debe ser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proactiva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(adelantarse a la tecnología), no reactiva (legislar después de que el delito se masifica).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01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C48A2-1973-E110-57D2-D7B3FDE3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13. CONCLUSIÓN (Parte III):</a:t>
            </a:r>
            <a:b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</a:b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Sentencia Digital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B9217E-FC35-EF87-54BA-13E802DD8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JUSTICIA DIGITAL: HACIA LA VALORACIÓN RACIONAL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Enfoque Final: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La calidad de la justicia se mide en la calidad de la prueba digital que el sistema es capaz de admitir y valorar.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Criterio de Valoración: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El Juez debe priorizar el rigor científico y la trazabilidad de la Cadena de Custodia sobre la mera apariencia o el contenido del mensaje.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El Fin Último: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	El perito, el abogado y el Juez deben converger para garantizar que el proceso penal sea un filtro efectivo contra la prueba ilícita y el fraude procesal digital.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“La Tecnología es la herramienta; el Derecho Informático es la regla; la Justicia es el objetivo.”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37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FE30EC-EA56-F5E1-0A3F-F09AD9A35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89351"/>
            <a:ext cx="10515600" cy="5187612"/>
          </a:xfrm>
          <a:solidFill>
            <a:schemeClr val="tx2">
              <a:lumMod val="10000"/>
              <a:lumOff val="90000"/>
            </a:schemeClr>
          </a:solidFill>
          <a:ln w="38100"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endParaRPr lang="es-MX" sz="7200" dirty="0">
              <a:latin typeface="Century Gothic" panose="020B0502020202020204" pitchFamily="34" charset="0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C72F462-AA5F-7A40-9D69-3C14478D3EF5}"/>
              </a:ext>
            </a:extLst>
          </p:cNvPr>
          <p:cNvSpPr/>
          <p:nvPr/>
        </p:nvSpPr>
        <p:spPr>
          <a:xfrm>
            <a:off x="2728210" y="2068644"/>
            <a:ext cx="6685613" cy="24883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00" dirty="0">
                <a:latin typeface="Century Gothic" panose="020B0502020202020204" pitchFamily="34" charset="0"/>
              </a:rPr>
              <a:t>REFLEXIONES</a:t>
            </a:r>
            <a:endParaRPr lang="es-MX" sz="7200" dirty="0"/>
          </a:p>
        </p:txBody>
      </p:sp>
    </p:spTree>
    <p:extLst>
      <p:ext uri="{BB962C8B-B14F-4D97-AF65-F5344CB8AC3E}">
        <p14:creationId xmlns:p14="http://schemas.microsoft.com/office/powerpoint/2010/main" val="41706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E98B6C-BA5F-0331-E006-2C5390A2F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644577"/>
            <a:ext cx="10515600" cy="5532386"/>
          </a:xfrm>
          <a:ln w="38100">
            <a:solidFill>
              <a:schemeClr val="accent1"/>
            </a:solidFill>
          </a:ln>
        </p:spPr>
        <p:txBody>
          <a:bodyPr anchor="ctr">
            <a:normAutofit lnSpcReduction="10000"/>
          </a:bodyPr>
          <a:lstStyle/>
          <a:p>
            <a:pPr algn="just"/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El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Principio de Idoneidad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(Numeral 11) obliga al perito a justificar que las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herramientas de </a:t>
            </a:r>
            <a:r>
              <a:rPr lang="es-ES" b="1" i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software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utilizadas son forenses, validadas y aceptadas por la comunidad científica. Usar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software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no forense compromete la idoneidad.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Ejemplo: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En un caso de recuperación de datos de un disco duro, el perito de parte utiliza un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software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comercial de recuperación de archivos (ej.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Recuva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o </a:t>
            </a:r>
            <a:r>
              <a:rPr lang="es-ES" i="1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EaseUS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). El perito oficial, en su meta-pericia, argumenta que este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software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no es idóneo porque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modifica los metadatos de los archivos recuperados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, no garantiza la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integridad bit a bit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ni genera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logs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auditables de su proceso. El Juez, aplicando la idoneidad, puede excluir esa pericial por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falta de rigor científico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, aunque haya recuperado los datos.</a:t>
            </a: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28DD5299-306F-0D61-59C0-A3E0DCD2459C}"/>
              </a:ext>
            </a:extLst>
          </p:cNvPr>
          <p:cNvSpPr/>
          <p:nvPr/>
        </p:nvSpPr>
        <p:spPr>
          <a:xfrm rot="16200000">
            <a:off x="-2570814" y="2938073"/>
            <a:ext cx="6340843" cy="9144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Century Gothic" panose="020B0502020202020204" pitchFamily="34" charset="0"/>
              </a:rPr>
              <a:t>Reflexión 1. sobre la Idoneidad y el Software Pericial</a:t>
            </a:r>
            <a:endParaRPr lang="es-MX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0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885D9B-BC9B-3FBF-E44D-B98D36143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843" y="820711"/>
            <a:ext cx="10394430" cy="5456420"/>
          </a:xfrm>
          <a:ln w="38100">
            <a:solidFill>
              <a:schemeClr val="accent1"/>
            </a:solidFill>
          </a:ln>
        </p:spPr>
        <p:txBody>
          <a:bodyPr anchor="ctr"/>
          <a:lstStyle/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prueba digital no solo debe ser técnicamente correcta (idónea), sino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congruente con el hecho a probar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. Un peritaje técnicamente impecable puede ser excluido si resulta inútil para la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litis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Ejemplo: La Fiscalía investiga un acceso ilegal a un servidor ocurrido hace 10 meses. El perito forense presenta un dictamen sobre el último </a:t>
            </a:r>
            <a:r>
              <a:rPr lang="es-ES" i="1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login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exitoso del imputado ocurrido hace un mes. El Juez excluye la pericial por falta de congruencia, ya que el objeto de la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litis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(el acceso ilegal de hace 10 meses) no se prueba con un </a:t>
            </a:r>
            <a:r>
              <a:rPr lang="es-ES" i="1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login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reciente y legal. La prueba es técnicamente válida, pero jurídicamente irrelevante o extemporánea.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highlight>
                <a:srgbClr val="FFFF00"/>
              </a:highlight>
              <a:latin typeface="Century Gothic" panose="020B0502020202020204" pitchFamily="34" charset="0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D8073AAD-5DED-1357-EC28-06409ACE6086}"/>
              </a:ext>
            </a:extLst>
          </p:cNvPr>
          <p:cNvSpPr/>
          <p:nvPr/>
        </p:nvSpPr>
        <p:spPr>
          <a:xfrm rot="5400000">
            <a:off x="8259581" y="2694481"/>
            <a:ext cx="6011056" cy="9144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Century Gothic" panose="020B0502020202020204" pitchFamily="34" charset="0"/>
              </a:rPr>
              <a:t>2. Reflexión sobre la Congruencia y la Teoría del Caso</a:t>
            </a:r>
            <a:endParaRPr lang="es-MX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825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5BB3F6-3FC8-F9D0-82E0-A806183BE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629587"/>
            <a:ext cx="10247026" cy="5547376"/>
          </a:xfrm>
          <a:ln w="38100">
            <a:solidFill>
              <a:schemeClr val="accent1"/>
            </a:solidFill>
          </a:ln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exclusión de pruebas periciales por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Obscuridad o Ambigüedad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(Numeral 12) es la principal defensa contra la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tiranía del experto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. El Juez no puede fallar sobre algo que no entiende.</a:t>
            </a:r>
          </a:p>
          <a:p>
            <a:pPr marL="0" indent="0" algn="just">
              <a:buNone/>
            </a:pPr>
            <a:endParaRPr lang="es-ES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Ejemplo: El perito de la Fiscalía presenta un dictamen sobre un ataque de </a:t>
            </a:r>
            <a:r>
              <a:rPr lang="es-ES" i="1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ransomware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explicando la encriptación con términos como "criptografía asimétrica de 2048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bits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" sin un glosario o una explicación didáctica. El defensor argumenta que la pericial es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oscura y no ilustra al Juez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. El Tribunal decide excluir la pericial y exige una nueva, que utilice un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lenguaje comprensible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y medios gráficos (Diapositivas) que expliquen qué es el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hash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y el proceso de encriptación.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highlight>
                <a:srgbClr val="FFFF00"/>
              </a:highlight>
              <a:latin typeface="Century Gothic" panose="020B0502020202020204" pitchFamily="34" charset="0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E3791FBE-0899-2561-3382-3FB1AF5B018B}"/>
              </a:ext>
            </a:extLst>
          </p:cNvPr>
          <p:cNvSpPr/>
          <p:nvPr/>
        </p:nvSpPr>
        <p:spPr>
          <a:xfrm rot="16200000">
            <a:off x="-2167328" y="2833141"/>
            <a:ext cx="6011055" cy="9144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Century Gothic" panose="020B0502020202020204" pitchFamily="34" charset="0"/>
              </a:rPr>
              <a:t>3. Reflexión sobre la Exclusión por Obscuridad Técnica</a:t>
            </a:r>
            <a:endParaRPr lang="es-MX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11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A7BE9E-9DAC-87C3-B9EC-05F3D815C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534" y="700282"/>
            <a:ext cx="10134599" cy="5457435"/>
          </a:xfrm>
          <a:ln w="38100">
            <a:solidFill>
              <a:schemeClr val="accent1"/>
            </a:solidFill>
          </a:ln>
        </p:spPr>
        <p:txBody>
          <a:bodyPr anchor="ctr">
            <a:normAutofit lnSpcReduction="10000"/>
          </a:bodyPr>
          <a:lstStyle/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ignorancia tecnológica del abogado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no es una excusa, sino una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negligencia ética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que puede conducir a la indefensión del cliente.</a:t>
            </a:r>
          </a:p>
          <a:p>
            <a:pPr marL="0" indent="0" algn="just">
              <a:buNone/>
            </a:pPr>
            <a:endParaRPr lang="es-ES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Ejemplo: Un abogado defensor no cuestiona la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Cadena de Custodia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de un teléfono móvil incautado porque desconoce el concepto de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hash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o </a:t>
            </a:r>
            <a:r>
              <a:rPr lang="es-ES" i="1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write-blocker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. En el juicio, el perito oficial admite que la adquisición se hizo con una herramienta no validada. El abogado, por desconocimiento técnico, omite objetar la prueba. La conclusión de la Fiscalía se admite y se usa para condenar al cliente. Resultado: La falta de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conciencia tecnológica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del abogado equivale a una defensa técnica deficiente.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highlight>
                <a:srgbClr val="FFFF00"/>
              </a:highlight>
              <a:latin typeface="Century Gothic" panose="020B0502020202020204" pitchFamily="34" charset="0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2324481E-9A95-0DEA-66AC-75E44C4BAD03}"/>
              </a:ext>
            </a:extLst>
          </p:cNvPr>
          <p:cNvSpPr/>
          <p:nvPr/>
        </p:nvSpPr>
        <p:spPr>
          <a:xfrm rot="5400000">
            <a:off x="8114677" y="3193645"/>
            <a:ext cx="5901126" cy="9144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Century Gothic" panose="020B0502020202020204" pitchFamily="34" charset="0"/>
              </a:rPr>
              <a:t>4. Reflexión sobre la Ética y la Formación Jurídica (Conclusión 13)</a:t>
            </a:r>
            <a:endParaRPr lang="es-MX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776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E9A028-0BDF-3214-6A47-59C94D4BC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242" y="914400"/>
            <a:ext cx="10199557" cy="5262563"/>
          </a:xfrm>
          <a:ln w="38100">
            <a:solidFill>
              <a:schemeClr val="accent1"/>
            </a:solidFill>
          </a:ln>
        </p:spPr>
        <p:txBody>
          <a:bodyPr anchor="ctr"/>
          <a:lstStyle/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falta de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certificación oficial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y la dependencia de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software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gratuito o pirata en los laboratorios forenses estatales mexicanos socava la validez de las periciales oficiales.</a:t>
            </a:r>
          </a:p>
          <a:p>
            <a:pPr marL="0" indent="0" algn="just">
              <a:buNone/>
            </a:pP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Ejemplo Sustancioso: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La pericial oficial en un caso de fraude se realiza con una versión pirata o caducada de un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software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forense (ej. </a:t>
            </a:r>
            <a:r>
              <a:rPr lang="es-ES" i="1" dirty="0" err="1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EnCase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o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FTK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). El perito de la defensa descubre esta irregularidad y argumenta que la pericial carece de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confiabilidad y validez metodológica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, ya que el fabricante no garantiza la integridad del proceso en </a:t>
            </a:r>
            <a:r>
              <a:rPr lang="es-ES" i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software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 no licenciado. El Juez, reconociendo el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riesgo de alteración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, puede desestimar el peso probatorio de ese dictamen.</a:t>
            </a: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91515C36-B056-7472-1C7C-BF70FB959598}"/>
              </a:ext>
            </a:extLst>
          </p:cNvPr>
          <p:cNvSpPr/>
          <p:nvPr/>
        </p:nvSpPr>
        <p:spPr>
          <a:xfrm rot="16200000">
            <a:off x="-2430282" y="3074856"/>
            <a:ext cx="6254646" cy="9144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Century Gothic" panose="020B0502020202020204" pitchFamily="34" charset="0"/>
              </a:rPr>
              <a:t>5. Reflexión sobre la Infraestructura Estatal (Conclusión 13)</a:t>
            </a:r>
            <a:endParaRPr lang="es-MX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393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DD4049-9C83-02FF-1DF7-56BA35E78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3583" y="479685"/>
            <a:ext cx="10321977" cy="5787219"/>
          </a:xfrm>
          <a:ln w="38100"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La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Valoración Racional de la Prueba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(Conclusión 13) exige al Juez ir más allá de la credibilidad del perito y centrarse en la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replicabilidad y auditabilidad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latin typeface="Century Gothic" panose="020B0502020202020204" pitchFamily="34" charset="0"/>
              </a:rPr>
              <a:t> de su método.</a:t>
            </a:r>
          </a:p>
          <a:p>
            <a:pPr marL="0" indent="0" algn="just">
              <a:buNone/>
            </a:pPr>
            <a:endParaRPr lang="es-ES" dirty="0">
              <a:solidFill>
                <a:schemeClr val="tx2">
                  <a:lumMod val="90000"/>
                  <a:lumOff val="10000"/>
                </a:schemeClr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Ejemplo: Dos peritos (uno de Fiscalía y otro de Defensa) presentan dictámenes contradictorios sobre el mismo dispositivo. El Juez no se decide por la "autoridad" de uno, sino por el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rigor del método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. El dictamen que detalla el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protocolo paso a paso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, que documenta los logs internos de la herramienta y permite a cualquier otro experto replicar el hallazgo, será el que tenga mayor peso probatorio. La sentencia, por lo tanto, no se basa en la persona, sino en la </a:t>
            </a:r>
            <a:r>
              <a:rPr lang="es-ES" b="1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ciencia forense documentada</a:t>
            </a:r>
            <a:r>
              <a:rPr lang="es-ES" dirty="0">
                <a:solidFill>
                  <a:schemeClr val="tx2">
                    <a:lumMod val="90000"/>
                    <a:lumOff val="10000"/>
                  </a:schemeClr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.</a:t>
            </a:r>
            <a:endParaRPr lang="es-MX" dirty="0">
              <a:solidFill>
                <a:schemeClr val="tx2">
                  <a:lumMod val="90000"/>
                  <a:lumOff val="10000"/>
                </a:schemeClr>
              </a:solidFill>
              <a:highlight>
                <a:srgbClr val="FFFF00"/>
              </a:highlight>
              <a:latin typeface="Century Gothic" panose="020B0502020202020204" pitchFamily="34" charset="0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DA3F6FB8-C6E9-9750-66ED-200C44C333EC}"/>
              </a:ext>
            </a:extLst>
          </p:cNvPr>
          <p:cNvSpPr/>
          <p:nvPr/>
        </p:nvSpPr>
        <p:spPr>
          <a:xfrm rot="5400000">
            <a:off x="7989756" y="2878111"/>
            <a:ext cx="6086008" cy="9144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latin typeface="Century Gothic" panose="020B0502020202020204" pitchFamily="34" charset="0"/>
              </a:rPr>
              <a:t>6. Reflexión sobre el Rigor Científico en la Sentencia</a:t>
            </a:r>
            <a:endParaRPr lang="es-MX" sz="24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14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362367-E66A-1465-6E66-B938742E9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34518"/>
            <a:ext cx="10989039" cy="5442445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s-MX" sz="5400" b="1" dirty="0">
                <a:latin typeface="Century Gothic" panose="020B0502020202020204" pitchFamily="34" charset="0"/>
              </a:rPr>
              <a:t>TAREA 1:</a:t>
            </a:r>
          </a:p>
          <a:p>
            <a:pPr marL="0" indent="0" algn="ctr">
              <a:buNone/>
            </a:pPr>
            <a:endParaRPr lang="es-MX" sz="5400" dirty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MX" sz="5400" dirty="0">
                <a:latin typeface="Century Gothic" panose="020B0502020202020204" pitchFamily="34" charset="0"/>
              </a:rPr>
              <a:t>De los últimos puntos del documento en estudio, elaborar </a:t>
            </a:r>
            <a:r>
              <a:rPr lang="es-MX" sz="5400" b="1" dirty="0">
                <a:latin typeface="Century Gothic" panose="020B0502020202020204" pitchFamily="34" charset="0"/>
              </a:rPr>
              <a:t>Informe de lectura</a:t>
            </a:r>
            <a:r>
              <a:rPr lang="es-MX" sz="5400" dirty="0">
                <a:latin typeface="Century Gothic" panose="020B0502020202020204" pitchFamily="34" charset="0"/>
              </a:rPr>
              <a:t>, acorde al formato ya indicado.</a:t>
            </a:r>
          </a:p>
        </p:txBody>
      </p:sp>
    </p:spTree>
    <p:extLst>
      <p:ext uri="{BB962C8B-B14F-4D97-AF65-F5344CB8AC3E}">
        <p14:creationId xmlns:p14="http://schemas.microsoft.com/office/powerpoint/2010/main" val="4112797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362367-E66A-1465-6E66-B938742E9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34518"/>
            <a:ext cx="10989039" cy="5442445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s-MX" sz="4000" b="1" dirty="0">
                <a:latin typeface="Century Gothic" panose="020B0502020202020204" pitchFamily="34" charset="0"/>
              </a:rPr>
              <a:t>TAREA 2:</a:t>
            </a:r>
          </a:p>
          <a:p>
            <a:pPr marL="0" indent="0" algn="ctr">
              <a:buNone/>
            </a:pPr>
            <a:endParaRPr lang="es-MX" sz="4000" dirty="0"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MX" sz="4000" dirty="0">
                <a:latin typeface="Century Gothic" panose="020B0502020202020204" pitchFamily="34" charset="0"/>
              </a:rPr>
              <a:t>Del documento en estudio (todo), elaborar </a:t>
            </a:r>
            <a:r>
              <a:rPr lang="es-MX" sz="4000" b="1" dirty="0">
                <a:latin typeface="Century Gothic" panose="020B0502020202020204" pitchFamily="34" charset="0"/>
              </a:rPr>
              <a:t>Mapa conceptual</a:t>
            </a:r>
            <a:r>
              <a:rPr lang="es-MX" sz="4000" dirty="0">
                <a:latin typeface="Century Gothic" panose="020B0502020202020204" pitchFamily="34" charset="0"/>
              </a:rPr>
              <a:t>, </a:t>
            </a:r>
          </a:p>
          <a:p>
            <a:pPr marL="0" indent="0" algn="ctr">
              <a:buNone/>
            </a:pPr>
            <a:r>
              <a:rPr lang="es-MX" sz="4000" dirty="0">
                <a:latin typeface="Century Gothic" panose="020B0502020202020204" pitchFamily="34" charset="0"/>
              </a:rPr>
              <a:t>-estructurado y en partes- utilizando IA, indicando en el trabajo académico el Asistente de IA utilizado y el texto del </a:t>
            </a:r>
            <a:r>
              <a:rPr lang="es-MX" sz="4000" b="1" dirty="0">
                <a:latin typeface="Century Gothic" panose="020B0502020202020204" pitchFamily="34" charset="0"/>
              </a:rPr>
              <a:t>PROMPT</a:t>
            </a:r>
            <a:r>
              <a:rPr lang="es-MX" sz="4000" dirty="0">
                <a:latin typeface="Century Gothic" panose="020B0502020202020204" pitchFamily="34" charset="0"/>
              </a:rPr>
              <a:t> empleado.</a:t>
            </a:r>
          </a:p>
        </p:txBody>
      </p:sp>
    </p:spTree>
    <p:extLst>
      <p:ext uri="{BB962C8B-B14F-4D97-AF65-F5344CB8AC3E}">
        <p14:creationId xmlns:p14="http://schemas.microsoft.com/office/powerpoint/2010/main" val="28236344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23.10.25 Diapos Jueves</Template>
  <TotalTime>150</TotalTime>
  <Words>1561</Words>
  <Application>Microsoft Office PowerPoint</Application>
  <PresentationFormat>Panorámica</PresentationFormat>
  <Paragraphs>72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Century Gothic</vt:lpstr>
      <vt:lpstr>Tema de Office</vt:lpstr>
      <vt:lpstr>Presentación: Retos Finales y Conclusiones del Peritaje Digital</vt:lpstr>
      <vt:lpstr>Retos y Conclusiones</vt:lpstr>
      <vt:lpstr>11. EL PRINCIPIO DE IDONEIDAD Y CONGRUENCIA</vt:lpstr>
      <vt:lpstr>12. PERICIALES NO IDÓNEAS Y SU EXCLUSIÓN</vt:lpstr>
      <vt:lpstr>13. CONCLUSIÓN (Parte I): El Nuevo Jurista</vt:lpstr>
      <vt:lpstr>13. CONCLUSIÓN (Parte II): Los Retos del Estado</vt:lpstr>
      <vt:lpstr>13. CONCLUSIÓN (Parte III): La Sentencia Digital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Presentación: Retos Finales y Conclusiones del Peritaje Digital</dc:title>
  <dc:creator>GERARDO ROBERTO ARAGÓN GONZÁLEZ</dc:creator>
  <cp:lastModifiedBy>GERARDO ROBERTO ARAGÓN GONZÁLEZ</cp:lastModifiedBy>
  <cp:revision>20</cp:revision>
  <dcterms:created xsi:type="dcterms:W3CDTF">2025-10-23T03:47:47Z</dcterms:created>
  <dcterms:modified xsi:type="dcterms:W3CDTF">2025-10-23T23:39:33Z</dcterms:modified>
</cp:coreProperties>
</file>