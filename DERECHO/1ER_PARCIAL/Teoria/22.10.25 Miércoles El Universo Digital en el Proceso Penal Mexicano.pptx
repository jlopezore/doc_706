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BCA0DD-6408-4728-8CA2-5B58BEDC2046}" v="8" dt="2025-10-22T03:13:58.6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1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RDO ROBERTO ARAGÓN GONZÁLEZ" userId="08711c7df194d5de" providerId="LiveId" clId="{22BCA0DD-6408-4728-8CA2-5B58BEDC2046}"/>
    <pc:docChg chg="undo custSel addSld delSld modSld">
      <pc:chgData name="GERARDO ROBERTO ARAGÓN GONZÁLEZ" userId="08711c7df194d5de" providerId="LiveId" clId="{22BCA0DD-6408-4728-8CA2-5B58BEDC2046}" dt="2025-10-22T03:21:23.406" v="481" actId="27636"/>
      <pc:docMkLst>
        <pc:docMk/>
      </pc:docMkLst>
      <pc:sldChg chg="modSp mod">
        <pc:chgData name="GERARDO ROBERTO ARAGÓN GONZÁLEZ" userId="08711c7df194d5de" providerId="LiveId" clId="{22BCA0DD-6408-4728-8CA2-5B58BEDC2046}" dt="2025-10-22T03:06:54.973" v="267" actId="27636"/>
        <pc:sldMkLst>
          <pc:docMk/>
          <pc:sldMk cId="330432397" sldId="256"/>
        </pc:sldMkLst>
        <pc:spChg chg="mod">
          <ac:chgData name="GERARDO ROBERTO ARAGÓN GONZÁLEZ" userId="08711c7df194d5de" providerId="LiveId" clId="{22BCA0DD-6408-4728-8CA2-5B58BEDC2046}" dt="2025-10-22T03:06:54.824" v="266"/>
          <ac:spMkLst>
            <pc:docMk/>
            <pc:sldMk cId="330432397" sldId="256"/>
            <ac:spMk id="2" creationId="{64514BC8-C12C-83E8-3C69-1568E59A43A7}"/>
          </ac:spMkLst>
        </pc:spChg>
        <pc:spChg chg="mod">
          <ac:chgData name="GERARDO ROBERTO ARAGÓN GONZÁLEZ" userId="08711c7df194d5de" providerId="LiveId" clId="{22BCA0DD-6408-4728-8CA2-5B58BEDC2046}" dt="2025-10-22T03:06:54.973" v="267" actId="27636"/>
          <ac:spMkLst>
            <pc:docMk/>
            <pc:sldMk cId="330432397" sldId="256"/>
            <ac:spMk id="3" creationId="{EC2E48B3-F940-FECD-B7DF-3913984C99AE}"/>
          </ac:spMkLst>
        </pc:spChg>
      </pc:sldChg>
      <pc:sldChg chg="delSp modSp mod">
        <pc:chgData name="GERARDO ROBERTO ARAGÓN GONZÁLEZ" userId="08711c7df194d5de" providerId="LiveId" clId="{22BCA0DD-6408-4728-8CA2-5B58BEDC2046}" dt="2025-10-22T03:07:13.299" v="279" actId="5793"/>
        <pc:sldMkLst>
          <pc:docMk/>
          <pc:sldMk cId="457502367" sldId="257"/>
        </pc:sldMkLst>
        <pc:spChg chg="del mod">
          <ac:chgData name="GERARDO ROBERTO ARAGÓN GONZÁLEZ" userId="08711c7df194d5de" providerId="LiveId" clId="{22BCA0DD-6408-4728-8CA2-5B58BEDC2046}" dt="2025-10-22T02:54:15.998" v="37" actId="21"/>
          <ac:spMkLst>
            <pc:docMk/>
            <pc:sldMk cId="457502367" sldId="257"/>
            <ac:spMk id="2" creationId="{4D9DCD0C-5327-89B9-D439-83CA225FA15A}"/>
          </ac:spMkLst>
        </pc:spChg>
        <pc:spChg chg="mod">
          <ac:chgData name="GERARDO ROBERTO ARAGÓN GONZÁLEZ" userId="08711c7df194d5de" providerId="LiveId" clId="{22BCA0DD-6408-4728-8CA2-5B58BEDC2046}" dt="2025-10-22T03:07:13.299" v="279" actId="5793"/>
          <ac:spMkLst>
            <pc:docMk/>
            <pc:sldMk cId="457502367" sldId="257"/>
            <ac:spMk id="3" creationId="{7D92C8D8-7DD0-CCBC-6AFE-627C31EEF9DA}"/>
          </ac:spMkLst>
        </pc:spChg>
      </pc:sldChg>
      <pc:sldChg chg="modSp mod">
        <pc:chgData name="GERARDO ROBERTO ARAGÓN GONZÁLEZ" userId="08711c7df194d5de" providerId="LiveId" clId="{22BCA0DD-6408-4728-8CA2-5B58BEDC2046}" dt="2025-10-22T03:06:55.019" v="268" actId="27636"/>
        <pc:sldMkLst>
          <pc:docMk/>
          <pc:sldMk cId="3675382764" sldId="258"/>
        </pc:sldMkLst>
        <pc:spChg chg="mod">
          <ac:chgData name="GERARDO ROBERTO ARAGÓN GONZÁLEZ" userId="08711c7df194d5de" providerId="LiveId" clId="{22BCA0DD-6408-4728-8CA2-5B58BEDC2046}" dt="2025-10-22T03:06:54.824" v="266"/>
          <ac:spMkLst>
            <pc:docMk/>
            <pc:sldMk cId="3675382764" sldId="258"/>
            <ac:spMk id="2" creationId="{CD538475-5E1C-C954-357D-F9136BA59CF2}"/>
          </ac:spMkLst>
        </pc:spChg>
        <pc:spChg chg="mod">
          <ac:chgData name="GERARDO ROBERTO ARAGÓN GONZÁLEZ" userId="08711c7df194d5de" providerId="LiveId" clId="{22BCA0DD-6408-4728-8CA2-5B58BEDC2046}" dt="2025-10-22T03:06:55.019" v="268" actId="27636"/>
          <ac:spMkLst>
            <pc:docMk/>
            <pc:sldMk cId="3675382764" sldId="258"/>
            <ac:spMk id="3" creationId="{299E22FF-3103-8975-4115-CBEEC784724E}"/>
          </ac:spMkLst>
        </pc:spChg>
      </pc:sldChg>
      <pc:sldChg chg="modSp mod">
        <pc:chgData name="GERARDO ROBERTO ARAGÓN GONZÁLEZ" userId="08711c7df194d5de" providerId="LiveId" clId="{22BCA0DD-6408-4728-8CA2-5B58BEDC2046}" dt="2025-10-22T03:06:55.032" v="269" actId="27636"/>
        <pc:sldMkLst>
          <pc:docMk/>
          <pc:sldMk cId="2103424946" sldId="259"/>
        </pc:sldMkLst>
        <pc:spChg chg="mod">
          <ac:chgData name="GERARDO ROBERTO ARAGÓN GONZÁLEZ" userId="08711c7df194d5de" providerId="LiveId" clId="{22BCA0DD-6408-4728-8CA2-5B58BEDC2046}" dt="2025-10-22T03:06:54.824" v="266"/>
          <ac:spMkLst>
            <pc:docMk/>
            <pc:sldMk cId="2103424946" sldId="259"/>
            <ac:spMk id="2" creationId="{6109BF67-07D9-96BD-B378-6660DAE68603}"/>
          </ac:spMkLst>
        </pc:spChg>
        <pc:spChg chg="mod">
          <ac:chgData name="GERARDO ROBERTO ARAGÓN GONZÁLEZ" userId="08711c7df194d5de" providerId="LiveId" clId="{22BCA0DD-6408-4728-8CA2-5B58BEDC2046}" dt="2025-10-22T03:06:55.032" v="269" actId="27636"/>
          <ac:spMkLst>
            <pc:docMk/>
            <pc:sldMk cId="2103424946" sldId="259"/>
            <ac:spMk id="3" creationId="{00CE2BBF-60BE-B509-36BB-DAD0B5495D68}"/>
          </ac:spMkLst>
        </pc:spChg>
      </pc:sldChg>
      <pc:sldChg chg="modSp mod">
        <pc:chgData name="GERARDO ROBERTO ARAGÓN GONZÁLEZ" userId="08711c7df194d5de" providerId="LiveId" clId="{22BCA0DD-6408-4728-8CA2-5B58BEDC2046}" dt="2025-10-22T03:06:55.041" v="270" actId="27636"/>
        <pc:sldMkLst>
          <pc:docMk/>
          <pc:sldMk cId="949635656" sldId="260"/>
        </pc:sldMkLst>
        <pc:spChg chg="mod">
          <ac:chgData name="GERARDO ROBERTO ARAGÓN GONZÁLEZ" userId="08711c7df194d5de" providerId="LiveId" clId="{22BCA0DD-6408-4728-8CA2-5B58BEDC2046}" dt="2025-10-22T03:06:54.824" v="266"/>
          <ac:spMkLst>
            <pc:docMk/>
            <pc:sldMk cId="949635656" sldId="260"/>
            <ac:spMk id="2" creationId="{0526A63B-6C1C-4084-0EE7-19885ED33702}"/>
          </ac:spMkLst>
        </pc:spChg>
        <pc:spChg chg="mod">
          <ac:chgData name="GERARDO ROBERTO ARAGÓN GONZÁLEZ" userId="08711c7df194d5de" providerId="LiveId" clId="{22BCA0DD-6408-4728-8CA2-5B58BEDC2046}" dt="2025-10-22T03:06:55.041" v="270" actId="27636"/>
          <ac:spMkLst>
            <pc:docMk/>
            <pc:sldMk cId="949635656" sldId="260"/>
            <ac:spMk id="3" creationId="{78E1F2F8-F62E-9CBA-9802-EEF191155F8E}"/>
          </ac:spMkLst>
        </pc:spChg>
      </pc:sldChg>
      <pc:sldChg chg="modSp mod">
        <pc:chgData name="GERARDO ROBERTO ARAGÓN GONZÁLEZ" userId="08711c7df194d5de" providerId="LiveId" clId="{22BCA0DD-6408-4728-8CA2-5B58BEDC2046}" dt="2025-10-22T03:06:55.074" v="271" actId="27636"/>
        <pc:sldMkLst>
          <pc:docMk/>
          <pc:sldMk cId="1270529407" sldId="261"/>
        </pc:sldMkLst>
        <pc:spChg chg="mod">
          <ac:chgData name="GERARDO ROBERTO ARAGÓN GONZÁLEZ" userId="08711c7df194d5de" providerId="LiveId" clId="{22BCA0DD-6408-4728-8CA2-5B58BEDC2046}" dt="2025-10-22T03:06:54.824" v="266"/>
          <ac:spMkLst>
            <pc:docMk/>
            <pc:sldMk cId="1270529407" sldId="261"/>
            <ac:spMk id="2" creationId="{DAA9E84E-3F86-82FD-678A-46FBBF4BF6E8}"/>
          </ac:spMkLst>
        </pc:spChg>
        <pc:spChg chg="mod">
          <ac:chgData name="GERARDO ROBERTO ARAGÓN GONZÁLEZ" userId="08711c7df194d5de" providerId="LiveId" clId="{22BCA0DD-6408-4728-8CA2-5B58BEDC2046}" dt="2025-10-22T03:06:55.074" v="271" actId="27636"/>
          <ac:spMkLst>
            <pc:docMk/>
            <pc:sldMk cId="1270529407" sldId="261"/>
            <ac:spMk id="3" creationId="{0DD08680-6655-6CAA-30B0-F83A04980778}"/>
          </ac:spMkLst>
        </pc:spChg>
      </pc:sldChg>
      <pc:sldChg chg="modSp mod">
        <pc:chgData name="GERARDO ROBERTO ARAGÓN GONZÁLEZ" userId="08711c7df194d5de" providerId="LiveId" clId="{22BCA0DD-6408-4728-8CA2-5B58BEDC2046}" dt="2025-10-22T03:06:55.084" v="272" actId="27636"/>
        <pc:sldMkLst>
          <pc:docMk/>
          <pc:sldMk cId="1536890418" sldId="262"/>
        </pc:sldMkLst>
        <pc:spChg chg="mod">
          <ac:chgData name="GERARDO ROBERTO ARAGÓN GONZÁLEZ" userId="08711c7df194d5de" providerId="LiveId" clId="{22BCA0DD-6408-4728-8CA2-5B58BEDC2046}" dt="2025-10-22T03:06:54.824" v="266"/>
          <ac:spMkLst>
            <pc:docMk/>
            <pc:sldMk cId="1536890418" sldId="262"/>
            <ac:spMk id="2" creationId="{595F2C92-D0C4-98AF-9393-5557187744A9}"/>
          </ac:spMkLst>
        </pc:spChg>
        <pc:spChg chg="mod">
          <ac:chgData name="GERARDO ROBERTO ARAGÓN GONZÁLEZ" userId="08711c7df194d5de" providerId="LiveId" clId="{22BCA0DD-6408-4728-8CA2-5B58BEDC2046}" dt="2025-10-22T03:06:55.084" v="272" actId="27636"/>
          <ac:spMkLst>
            <pc:docMk/>
            <pc:sldMk cId="1536890418" sldId="262"/>
            <ac:spMk id="3" creationId="{5C0F6531-18E7-4F7D-238D-0FBF53E23A04}"/>
          </ac:spMkLst>
        </pc:spChg>
      </pc:sldChg>
      <pc:sldChg chg="modSp mod">
        <pc:chgData name="GERARDO ROBERTO ARAGÓN GONZÁLEZ" userId="08711c7df194d5de" providerId="LiveId" clId="{22BCA0DD-6408-4728-8CA2-5B58BEDC2046}" dt="2025-10-22T03:06:55.112" v="273" actId="27636"/>
        <pc:sldMkLst>
          <pc:docMk/>
          <pc:sldMk cId="575023938" sldId="263"/>
        </pc:sldMkLst>
        <pc:spChg chg="mod">
          <ac:chgData name="GERARDO ROBERTO ARAGÓN GONZÁLEZ" userId="08711c7df194d5de" providerId="LiveId" clId="{22BCA0DD-6408-4728-8CA2-5B58BEDC2046}" dt="2025-10-22T03:06:54.824" v="266"/>
          <ac:spMkLst>
            <pc:docMk/>
            <pc:sldMk cId="575023938" sldId="263"/>
            <ac:spMk id="2" creationId="{F5874A5A-2397-5562-28AF-BD2A9ECB8C40}"/>
          </ac:spMkLst>
        </pc:spChg>
        <pc:spChg chg="mod">
          <ac:chgData name="GERARDO ROBERTO ARAGÓN GONZÁLEZ" userId="08711c7df194d5de" providerId="LiveId" clId="{22BCA0DD-6408-4728-8CA2-5B58BEDC2046}" dt="2025-10-22T03:06:55.112" v="273" actId="27636"/>
          <ac:spMkLst>
            <pc:docMk/>
            <pc:sldMk cId="575023938" sldId="263"/>
            <ac:spMk id="3" creationId="{0B434CCF-C523-94EB-8706-C33F743F11BF}"/>
          </ac:spMkLst>
        </pc:spChg>
      </pc:sldChg>
      <pc:sldChg chg="modSp mod">
        <pc:chgData name="GERARDO ROBERTO ARAGÓN GONZÁLEZ" userId="08711c7df194d5de" providerId="LiveId" clId="{22BCA0DD-6408-4728-8CA2-5B58BEDC2046}" dt="2025-10-22T03:06:55.133" v="274" actId="27636"/>
        <pc:sldMkLst>
          <pc:docMk/>
          <pc:sldMk cId="725975873" sldId="264"/>
        </pc:sldMkLst>
        <pc:spChg chg="mod">
          <ac:chgData name="GERARDO ROBERTO ARAGÓN GONZÁLEZ" userId="08711c7df194d5de" providerId="LiveId" clId="{22BCA0DD-6408-4728-8CA2-5B58BEDC2046}" dt="2025-10-22T03:06:54.824" v="266"/>
          <ac:spMkLst>
            <pc:docMk/>
            <pc:sldMk cId="725975873" sldId="264"/>
            <ac:spMk id="2" creationId="{217D6788-5C8C-5A0F-C95F-9D1693261D58}"/>
          </ac:spMkLst>
        </pc:spChg>
        <pc:spChg chg="mod">
          <ac:chgData name="GERARDO ROBERTO ARAGÓN GONZÁLEZ" userId="08711c7df194d5de" providerId="LiveId" clId="{22BCA0DD-6408-4728-8CA2-5B58BEDC2046}" dt="2025-10-22T03:06:55.133" v="274" actId="27636"/>
          <ac:spMkLst>
            <pc:docMk/>
            <pc:sldMk cId="725975873" sldId="264"/>
            <ac:spMk id="3" creationId="{B0F51241-DD85-62F5-C5F0-A699C0FF4078}"/>
          </ac:spMkLst>
        </pc:spChg>
      </pc:sldChg>
      <pc:sldChg chg="modSp mod">
        <pc:chgData name="GERARDO ROBERTO ARAGÓN GONZÁLEZ" userId="08711c7df194d5de" providerId="LiveId" clId="{22BCA0DD-6408-4728-8CA2-5B58BEDC2046}" dt="2025-10-22T03:06:55.160" v="276" actId="27636"/>
        <pc:sldMkLst>
          <pc:docMk/>
          <pc:sldMk cId="2892808241" sldId="265"/>
        </pc:sldMkLst>
        <pc:spChg chg="mod">
          <ac:chgData name="GERARDO ROBERTO ARAGÓN GONZÁLEZ" userId="08711c7df194d5de" providerId="LiveId" clId="{22BCA0DD-6408-4728-8CA2-5B58BEDC2046}" dt="2025-10-22T03:06:55.160" v="276" actId="27636"/>
          <ac:spMkLst>
            <pc:docMk/>
            <pc:sldMk cId="2892808241" sldId="265"/>
            <ac:spMk id="2" creationId="{EE65C8CA-EA82-D76B-ECF6-5E28D94944C6}"/>
          </ac:spMkLst>
        </pc:spChg>
        <pc:spChg chg="mod">
          <ac:chgData name="GERARDO ROBERTO ARAGÓN GONZÁLEZ" userId="08711c7df194d5de" providerId="LiveId" clId="{22BCA0DD-6408-4728-8CA2-5B58BEDC2046}" dt="2025-10-22T03:06:55.160" v="275" actId="27636"/>
          <ac:spMkLst>
            <pc:docMk/>
            <pc:sldMk cId="2892808241" sldId="265"/>
            <ac:spMk id="3" creationId="{C9A8792D-3341-85E9-AF63-4682AF648519}"/>
          </ac:spMkLst>
        </pc:spChg>
      </pc:sldChg>
      <pc:sldChg chg="modSp mod">
        <pc:chgData name="GERARDO ROBERTO ARAGÓN GONZÁLEZ" userId="08711c7df194d5de" providerId="LiveId" clId="{22BCA0DD-6408-4728-8CA2-5B58BEDC2046}" dt="2025-10-22T03:06:55.188" v="277" actId="27636"/>
        <pc:sldMkLst>
          <pc:docMk/>
          <pc:sldMk cId="2829066467" sldId="266"/>
        </pc:sldMkLst>
        <pc:spChg chg="mod">
          <ac:chgData name="GERARDO ROBERTO ARAGÓN GONZÁLEZ" userId="08711c7df194d5de" providerId="LiveId" clId="{22BCA0DD-6408-4728-8CA2-5B58BEDC2046}" dt="2025-10-22T03:06:54.824" v="266"/>
          <ac:spMkLst>
            <pc:docMk/>
            <pc:sldMk cId="2829066467" sldId="266"/>
            <ac:spMk id="2" creationId="{B1E711A9-A11F-2A57-1AB7-4FDA1D92A37B}"/>
          </ac:spMkLst>
        </pc:spChg>
        <pc:spChg chg="mod">
          <ac:chgData name="GERARDO ROBERTO ARAGÓN GONZÁLEZ" userId="08711c7df194d5de" providerId="LiveId" clId="{22BCA0DD-6408-4728-8CA2-5B58BEDC2046}" dt="2025-10-22T03:06:55.188" v="277" actId="27636"/>
          <ac:spMkLst>
            <pc:docMk/>
            <pc:sldMk cId="2829066467" sldId="266"/>
            <ac:spMk id="3" creationId="{894579C1-AFAA-999A-5A24-4C5138F50926}"/>
          </ac:spMkLst>
        </pc:spChg>
      </pc:sldChg>
      <pc:sldChg chg="modSp mod">
        <pc:chgData name="GERARDO ROBERTO ARAGÓN GONZÁLEZ" userId="08711c7df194d5de" providerId="LiveId" clId="{22BCA0DD-6408-4728-8CA2-5B58BEDC2046}" dt="2025-10-22T03:06:54.824" v="266"/>
        <pc:sldMkLst>
          <pc:docMk/>
          <pc:sldMk cId="352720056" sldId="267"/>
        </pc:sldMkLst>
        <pc:spChg chg="mod">
          <ac:chgData name="GERARDO ROBERTO ARAGÓN GONZÁLEZ" userId="08711c7df194d5de" providerId="LiveId" clId="{22BCA0DD-6408-4728-8CA2-5B58BEDC2046}" dt="2025-10-22T03:06:54.824" v="266"/>
          <ac:spMkLst>
            <pc:docMk/>
            <pc:sldMk cId="352720056" sldId="267"/>
            <ac:spMk id="2" creationId="{211A8D90-8498-DCDF-CDAD-957ECC1ACE7F}"/>
          </ac:spMkLst>
        </pc:spChg>
        <pc:spChg chg="mod">
          <ac:chgData name="GERARDO ROBERTO ARAGÓN GONZÁLEZ" userId="08711c7df194d5de" providerId="LiveId" clId="{22BCA0DD-6408-4728-8CA2-5B58BEDC2046}" dt="2025-10-22T03:06:54.824" v="266"/>
          <ac:spMkLst>
            <pc:docMk/>
            <pc:sldMk cId="352720056" sldId="267"/>
            <ac:spMk id="3" creationId="{18981D5C-7494-191A-5181-14FB579E12B5}"/>
          </ac:spMkLst>
        </pc:spChg>
      </pc:sldChg>
      <pc:sldChg chg="modSp mod">
        <pc:chgData name="GERARDO ROBERTO ARAGÓN GONZÁLEZ" userId="08711c7df194d5de" providerId="LiveId" clId="{22BCA0DD-6408-4728-8CA2-5B58BEDC2046}" dt="2025-10-22T03:06:54.824" v="266"/>
        <pc:sldMkLst>
          <pc:docMk/>
          <pc:sldMk cId="3057904089" sldId="268"/>
        </pc:sldMkLst>
        <pc:spChg chg="mod">
          <ac:chgData name="GERARDO ROBERTO ARAGÓN GONZÁLEZ" userId="08711c7df194d5de" providerId="LiveId" clId="{22BCA0DD-6408-4728-8CA2-5B58BEDC2046}" dt="2025-10-22T03:06:54.824" v="266"/>
          <ac:spMkLst>
            <pc:docMk/>
            <pc:sldMk cId="3057904089" sldId="268"/>
            <ac:spMk id="2" creationId="{E3FD5261-DB2A-12A6-9FF2-1A3A54710934}"/>
          </ac:spMkLst>
        </pc:spChg>
        <pc:spChg chg="mod">
          <ac:chgData name="GERARDO ROBERTO ARAGÓN GONZÁLEZ" userId="08711c7df194d5de" providerId="LiveId" clId="{22BCA0DD-6408-4728-8CA2-5B58BEDC2046}" dt="2025-10-22T03:06:54.824" v="266"/>
          <ac:spMkLst>
            <pc:docMk/>
            <pc:sldMk cId="3057904089" sldId="268"/>
            <ac:spMk id="3" creationId="{B3633BB5-D6DA-18DA-59A7-4EA1EC6D3306}"/>
          </ac:spMkLst>
        </pc:spChg>
      </pc:sldChg>
      <pc:sldChg chg="add del">
        <pc:chgData name="GERARDO ROBERTO ARAGÓN GONZÁLEZ" userId="08711c7df194d5de" providerId="LiveId" clId="{22BCA0DD-6408-4728-8CA2-5B58BEDC2046}" dt="2025-10-22T02:54:00.965" v="35" actId="2696"/>
        <pc:sldMkLst>
          <pc:docMk/>
          <pc:sldMk cId="379081086" sldId="269"/>
        </pc:sldMkLst>
      </pc:sldChg>
      <pc:sldChg chg="new del">
        <pc:chgData name="GERARDO ROBERTO ARAGÓN GONZÁLEZ" userId="08711c7df194d5de" providerId="LiveId" clId="{22BCA0DD-6408-4728-8CA2-5B58BEDC2046}" dt="2025-10-22T02:52:49.124" v="1" actId="680"/>
        <pc:sldMkLst>
          <pc:docMk/>
          <pc:sldMk cId="696438205" sldId="269"/>
        </pc:sldMkLst>
      </pc:sldChg>
      <pc:sldChg chg="delSp modSp add mod">
        <pc:chgData name="GERARDO ROBERTO ARAGÓN GONZÁLEZ" userId="08711c7df194d5de" providerId="LiveId" clId="{22BCA0DD-6408-4728-8CA2-5B58BEDC2046}" dt="2025-10-22T03:06:54.824" v="266"/>
        <pc:sldMkLst>
          <pc:docMk/>
          <pc:sldMk cId="4189213093" sldId="269"/>
        </pc:sldMkLst>
        <pc:spChg chg="del mod">
          <ac:chgData name="GERARDO ROBERTO ARAGÓN GONZÁLEZ" userId="08711c7df194d5de" providerId="LiveId" clId="{22BCA0DD-6408-4728-8CA2-5B58BEDC2046}" dt="2025-10-22T03:06:44.081" v="265" actId="21"/>
          <ac:spMkLst>
            <pc:docMk/>
            <pc:sldMk cId="4189213093" sldId="269"/>
            <ac:spMk id="2" creationId="{E3FD5261-DB2A-12A6-9FF2-1A3A54710934}"/>
          </ac:spMkLst>
        </pc:spChg>
        <pc:spChg chg="mod">
          <ac:chgData name="GERARDO ROBERTO ARAGÓN GONZÁLEZ" userId="08711c7df194d5de" providerId="LiveId" clId="{22BCA0DD-6408-4728-8CA2-5B58BEDC2046}" dt="2025-10-22T03:06:54.824" v="266"/>
          <ac:spMkLst>
            <pc:docMk/>
            <pc:sldMk cId="4189213093" sldId="269"/>
            <ac:spMk id="3" creationId="{B3633BB5-D6DA-18DA-59A7-4EA1EC6D3306}"/>
          </ac:spMkLst>
        </pc:spChg>
      </pc:sldChg>
      <pc:sldChg chg="addSp delSp modSp new mod">
        <pc:chgData name="GERARDO ROBERTO ARAGÓN GONZÁLEZ" userId="08711c7df194d5de" providerId="LiveId" clId="{22BCA0DD-6408-4728-8CA2-5B58BEDC2046}" dt="2025-10-22T03:13:10.852" v="388" actId="27636"/>
        <pc:sldMkLst>
          <pc:docMk/>
          <pc:sldMk cId="2662956550" sldId="270"/>
        </pc:sldMkLst>
        <pc:spChg chg="mod">
          <ac:chgData name="GERARDO ROBERTO ARAGÓN GONZÁLEZ" userId="08711c7df194d5de" providerId="LiveId" clId="{22BCA0DD-6408-4728-8CA2-5B58BEDC2046}" dt="2025-10-22T03:08:47.531" v="310" actId="14100"/>
          <ac:spMkLst>
            <pc:docMk/>
            <pc:sldMk cId="2662956550" sldId="270"/>
            <ac:spMk id="2" creationId="{E77B7141-4620-C5A1-E176-53B0DEA10247}"/>
          </ac:spMkLst>
        </pc:spChg>
        <pc:spChg chg="add del mod">
          <ac:chgData name="GERARDO ROBERTO ARAGÓN GONZÁLEZ" userId="08711c7df194d5de" providerId="LiveId" clId="{22BCA0DD-6408-4728-8CA2-5B58BEDC2046}" dt="2025-10-22T03:13:10.852" v="388" actId="27636"/>
          <ac:spMkLst>
            <pc:docMk/>
            <pc:sldMk cId="2662956550" sldId="270"/>
            <ac:spMk id="3" creationId="{57A2683F-63A5-7859-F162-DCFD86E238AB}"/>
          </ac:spMkLst>
        </pc:spChg>
        <pc:spChg chg="add mod">
          <ac:chgData name="GERARDO ROBERTO ARAGÓN GONZÁLEZ" userId="08711c7df194d5de" providerId="LiveId" clId="{22BCA0DD-6408-4728-8CA2-5B58BEDC2046}" dt="2025-10-22T03:09:04.010" v="314"/>
          <ac:spMkLst>
            <pc:docMk/>
            <pc:sldMk cId="2662956550" sldId="270"/>
            <ac:spMk id="4" creationId="{C8AA2D0A-5FCA-A5F8-281E-E5372010F5CE}"/>
          </ac:spMkLst>
        </pc:spChg>
        <pc:spChg chg="add">
          <ac:chgData name="GERARDO ROBERTO ARAGÓN GONZÁLEZ" userId="08711c7df194d5de" providerId="LiveId" clId="{22BCA0DD-6408-4728-8CA2-5B58BEDC2046}" dt="2025-10-22T03:09:39.439" v="320"/>
          <ac:spMkLst>
            <pc:docMk/>
            <pc:sldMk cId="2662956550" sldId="270"/>
            <ac:spMk id="5" creationId="{ECEB9234-8EF6-B6AA-1C1C-75D099B02162}"/>
          </ac:spMkLst>
        </pc:spChg>
        <pc:spChg chg="add">
          <ac:chgData name="GERARDO ROBERTO ARAGÓN GONZÁLEZ" userId="08711c7df194d5de" providerId="LiveId" clId="{22BCA0DD-6408-4728-8CA2-5B58BEDC2046}" dt="2025-10-22T03:10:45.399" v="338"/>
          <ac:spMkLst>
            <pc:docMk/>
            <pc:sldMk cId="2662956550" sldId="270"/>
            <ac:spMk id="6" creationId="{F7705FC1-004A-8DBD-4F82-6FC933CC14BB}"/>
          </ac:spMkLst>
        </pc:spChg>
      </pc:sldChg>
      <pc:sldChg chg="modSp add mod">
        <pc:chgData name="GERARDO ROBERTO ARAGÓN GONZÁLEZ" userId="08711c7df194d5de" providerId="LiveId" clId="{22BCA0DD-6408-4728-8CA2-5B58BEDC2046}" dt="2025-10-22T03:14:43.529" v="405" actId="20577"/>
        <pc:sldMkLst>
          <pc:docMk/>
          <pc:sldMk cId="3955535951" sldId="271"/>
        </pc:sldMkLst>
        <pc:spChg chg="mod">
          <ac:chgData name="GERARDO ROBERTO ARAGÓN GONZÁLEZ" userId="08711c7df194d5de" providerId="LiveId" clId="{22BCA0DD-6408-4728-8CA2-5B58BEDC2046}" dt="2025-10-22T03:12:51.993" v="379" actId="14100"/>
          <ac:spMkLst>
            <pc:docMk/>
            <pc:sldMk cId="3955535951" sldId="271"/>
            <ac:spMk id="2" creationId="{E77B7141-4620-C5A1-E176-53B0DEA10247}"/>
          </ac:spMkLst>
        </pc:spChg>
        <pc:spChg chg="mod">
          <ac:chgData name="GERARDO ROBERTO ARAGÓN GONZÁLEZ" userId="08711c7df194d5de" providerId="LiveId" clId="{22BCA0DD-6408-4728-8CA2-5B58BEDC2046}" dt="2025-10-22T03:14:43.529" v="405" actId="20577"/>
          <ac:spMkLst>
            <pc:docMk/>
            <pc:sldMk cId="3955535951" sldId="271"/>
            <ac:spMk id="3" creationId="{57A2683F-63A5-7859-F162-DCFD86E238AB}"/>
          </ac:spMkLst>
        </pc:spChg>
      </pc:sldChg>
      <pc:sldChg chg="modSp add mod">
        <pc:chgData name="GERARDO ROBERTO ARAGÓN GONZÁLEZ" userId="08711c7df194d5de" providerId="LiveId" clId="{22BCA0DD-6408-4728-8CA2-5B58BEDC2046}" dt="2025-10-22T03:16:46.149" v="434" actId="27636"/>
        <pc:sldMkLst>
          <pc:docMk/>
          <pc:sldMk cId="1702060809" sldId="272"/>
        </pc:sldMkLst>
        <pc:spChg chg="mod">
          <ac:chgData name="GERARDO ROBERTO ARAGÓN GONZÁLEZ" userId="08711c7df194d5de" providerId="LiveId" clId="{22BCA0DD-6408-4728-8CA2-5B58BEDC2046}" dt="2025-10-22T03:14:57.583" v="406" actId="14100"/>
          <ac:spMkLst>
            <pc:docMk/>
            <pc:sldMk cId="1702060809" sldId="272"/>
            <ac:spMk id="2" creationId="{E77B7141-4620-C5A1-E176-53B0DEA10247}"/>
          </ac:spMkLst>
        </pc:spChg>
        <pc:spChg chg="mod">
          <ac:chgData name="GERARDO ROBERTO ARAGÓN GONZÁLEZ" userId="08711c7df194d5de" providerId="LiveId" clId="{22BCA0DD-6408-4728-8CA2-5B58BEDC2046}" dt="2025-10-22T03:16:46.149" v="434" actId="27636"/>
          <ac:spMkLst>
            <pc:docMk/>
            <pc:sldMk cId="1702060809" sldId="272"/>
            <ac:spMk id="3" creationId="{57A2683F-63A5-7859-F162-DCFD86E238AB}"/>
          </ac:spMkLst>
        </pc:spChg>
      </pc:sldChg>
      <pc:sldChg chg="modSp add mod">
        <pc:chgData name="GERARDO ROBERTO ARAGÓN GONZÁLEZ" userId="08711c7df194d5de" providerId="LiveId" clId="{22BCA0DD-6408-4728-8CA2-5B58BEDC2046}" dt="2025-10-22T03:18:18.713" v="454" actId="113"/>
        <pc:sldMkLst>
          <pc:docMk/>
          <pc:sldMk cId="3856826617" sldId="273"/>
        </pc:sldMkLst>
        <pc:spChg chg="mod">
          <ac:chgData name="GERARDO ROBERTO ARAGÓN GONZÁLEZ" userId="08711c7df194d5de" providerId="LiveId" clId="{22BCA0DD-6408-4728-8CA2-5B58BEDC2046}" dt="2025-10-22T03:17:34.276" v="441" actId="14100"/>
          <ac:spMkLst>
            <pc:docMk/>
            <pc:sldMk cId="3856826617" sldId="273"/>
            <ac:spMk id="2" creationId="{E77B7141-4620-C5A1-E176-53B0DEA10247}"/>
          </ac:spMkLst>
        </pc:spChg>
        <pc:spChg chg="mod">
          <ac:chgData name="GERARDO ROBERTO ARAGÓN GONZÁLEZ" userId="08711c7df194d5de" providerId="LiveId" clId="{22BCA0DD-6408-4728-8CA2-5B58BEDC2046}" dt="2025-10-22T03:18:18.713" v="454" actId="113"/>
          <ac:spMkLst>
            <pc:docMk/>
            <pc:sldMk cId="3856826617" sldId="273"/>
            <ac:spMk id="3" creationId="{57A2683F-63A5-7859-F162-DCFD86E238AB}"/>
          </ac:spMkLst>
        </pc:spChg>
      </pc:sldChg>
      <pc:sldChg chg="modSp add mod">
        <pc:chgData name="GERARDO ROBERTO ARAGÓN GONZÁLEZ" userId="08711c7df194d5de" providerId="LiveId" clId="{22BCA0DD-6408-4728-8CA2-5B58BEDC2046}" dt="2025-10-22T03:19:10.443" v="463" actId="2711"/>
        <pc:sldMkLst>
          <pc:docMk/>
          <pc:sldMk cId="291112115" sldId="274"/>
        </pc:sldMkLst>
        <pc:spChg chg="mod">
          <ac:chgData name="GERARDO ROBERTO ARAGÓN GONZÁLEZ" userId="08711c7df194d5de" providerId="LiveId" clId="{22BCA0DD-6408-4728-8CA2-5B58BEDC2046}" dt="2025-10-22T03:18:37.620" v="457" actId="14100"/>
          <ac:spMkLst>
            <pc:docMk/>
            <pc:sldMk cId="291112115" sldId="274"/>
            <ac:spMk id="2" creationId="{E77B7141-4620-C5A1-E176-53B0DEA10247}"/>
          </ac:spMkLst>
        </pc:spChg>
        <pc:spChg chg="mod">
          <ac:chgData name="GERARDO ROBERTO ARAGÓN GONZÁLEZ" userId="08711c7df194d5de" providerId="LiveId" clId="{22BCA0DD-6408-4728-8CA2-5B58BEDC2046}" dt="2025-10-22T03:19:10.443" v="463" actId="2711"/>
          <ac:spMkLst>
            <pc:docMk/>
            <pc:sldMk cId="291112115" sldId="274"/>
            <ac:spMk id="3" creationId="{57A2683F-63A5-7859-F162-DCFD86E238AB}"/>
          </ac:spMkLst>
        </pc:spChg>
      </pc:sldChg>
      <pc:sldChg chg="modSp add mod">
        <pc:chgData name="GERARDO ROBERTO ARAGÓN GONZÁLEZ" userId="08711c7df194d5de" providerId="LiveId" clId="{22BCA0DD-6408-4728-8CA2-5B58BEDC2046}" dt="2025-10-22T03:21:23.406" v="481" actId="27636"/>
        <pc:sldMkLst>
          <pc:docMk/>
          <pc:sldMk cId="1519006521" sldId="275"/>
        </pc:sldMkLst>
        <pc:spChg chg="mod">
          <ac:chgData name="GERARDO ROBERTO ARAGÓN GONZÁLEZ" userId="08711c7df194d5de" providerId="LiveId" clId="{22BCA0DD-6408-4728-8CA2-5B58BEDC2046}" dt="2025-10-22T03:19:27.309" v="464" actId="14100"/>
          <ac:spMkLst>
            <pc:docMk/>
            <pc:sldMk cId="1519006521" sldId="275"/>
            <ac:spMk id="2" creationId="{E77B7141-4620-C5A1-E176-53B0DEA10247}"/>
          </ac:spMkLst>
        </pc:spChg>
        <pc:spChg chg="mod">
          <ac:chgData name="GERARDO ROBERTO ARAGÓN GONZÁLEZ" userId="08711c7df194d5de" providerId="LiveId" clId="{22BCA0DD-6408-4728-8CA2-5B58BEDC2046}" dt="2025-10-22T03:21:23.406" v="481" actId="27636"/>
          <ac:spMkLst>
            <pc:docMk/>
            <pc:sldMk cId="1519006521" sldId="275"/>
            <ac:spMk id="3" creationId="{57A2683F-63A5-7859-F162-DCFD86E238A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76A3-3172-4276-B43A-4D39D67C622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008E-9BF5-4E69-9F23-C5B1781F4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48967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76A3-3172-4276-B43A-4D39D67C622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008E-9BF5-4E69-9F23-C5B1781F4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8063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76A3-3172-4276-B43A-4D39D67C622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008E-9BF5-4E69-9F23-C5B1781F4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24312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76A3-3172-4276-B43A-4D39D67C622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008E-9BF5-4E69-9F23-C5B1781F4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957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76A3-3172-4276-B43A-4D39D67C622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008E-9BF5-4E69-9F23-C5B1781F4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182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76A3-3172-4276-B43A-4D39D67C622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008E-9BF5-4E69-9F23-C5B1781F4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23863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76A3-3172-4276-B43A-4D39D67C622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008E-9BF5-4E69-9F23-C5B1781F4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14162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76A3-3172-4276-B43A-4D39D67C622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008E-9BF5-4E69-9F23-C5B1781F4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0950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76A3-3172-4276-B43A-4D39D67C622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008E-9BF5-4E69-9F23-C5B1781F4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53102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76A3-3172-4276-B43A-4D39D67C622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008E-9BF5-4E69-9F23-C5B1781F4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8847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76A3-3172-4276-B43A-4D39D67C622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008E-9BF5-4E69-9F23-C5B1781F4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1659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76A3-3172-4276-B43A-4D39D67C622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008E-9BF5-4E69-9F23-C5B1781F4844}" type="slidenum">
              <a:rPr lang="es-MX" smtClean="0"/>
              <a:t>‹Nº›</a:t>
            </a:fld>
            <a:endParaRPr lang="es-MX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95832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76A3-3172-4276-B43A-4D39D67C622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008E-9BF5-4E69-9F23-C5B1781F4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12092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76A3-3172-4276-B43A-4D39D67C622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008E-9BF5-4E69-9F23-C5B1781F4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46317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76A3-3172-4276-B43A-4D39D67C622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008E-9BF5-4E69-9F23-C5B1781F4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5642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76A3-3172-4276-B43A-4D39D67C622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008E-9BF5-4E69-9F23-C5B1781F4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46495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76A3-3172-4276-B43A-4D39D67C622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008E-9BF5-4E69-9F23-C5B1781F4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45544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B8B0B7-0AF9-4B80-F961-750454316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F44646-D824-D5D5-339D-A299F0DA6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9B2125-8FDC-95CD-5188-B931B3B04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76A3-3172-4276-B43A-4D39D67C622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DCEFDF-A047-59D5-EA63-9D6DC2220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8FAFE0-4672-2ECB-90F1-046E0027E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008E-9BF5-4E69-9F23-C5B1781F4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4176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23476A3-3172-4276-B43A-4D39D67C622C}" type="datetimeFigureOut">
              <a:rPr lang="es-MX" smtClean="0"/>
              <a:t>22/10/2025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93E008E-9BF5-4E69-9F23-C5B1781F484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3854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514BC8-C12C-83E8-3C69-1568E59A4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El Universo Digital en el Proceso Penal Mexicano (Parte 2 de 3)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2E48B3-F940-FECD-B7DF-3913984C9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 lnSpcReduction="10000"/>
          </a:bodyPr>
          <a:lstStyle/>
          <a:p>
            <a:pPr marL="0" indent="0" algn="ctr">
              <a:buNone/>
            </a:pPr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EL PANORAMA ACTUAL DE LA PRUEBA DIGITAL EN EL CONTEXTO DE LA</a:t>
            </a:r>
          </a:p>
          <a:p>
            <a:pPr marL="0" indent="0" algn="ctr">
              <a:buNone/>
            </a:pPr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JUSTICIA ELECTRÓNICA EN </a:t>
            </a:r>
            <a:r>
              <a:rPr lang="es-MX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MÉXICO EN</a:t>
            </a:r>
          </a:p>
          <a:p>
            <a:pPr marL="0" indent="0" algn="ctr">
              <a:buNone/>
            </a:pPr>
            <a:r>
              <a:rPr lang="es-MX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MATERIA PENAL.</a:t>
            </a:r>
          </a:p>
          <a:p>
            <a:pPr marL="0" indent="0" algn="ctr">
              <a:buNone/>
            </a:pPr>
            <a:r>
              <a:rPr lang="es-MX" sz="24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Dr. Carlos Antonio Vázquez Azuara</a:t>
            </a:r>
          </a:p>
          <a:p>
            <a:pPr marL="0" indent="0" algn="ctr">
              <a:buNone/>
            </a:pPr>
            <a:r>
              <a:rPr lang="es-MX" sz="2400" b="1" kern="100" dirty="0">
                <a:solidFill>
                  <a:srgbClr val="0F4761"/>
                </a:solidFill>
                <a:latin typeface="Century Gothic" panose="020B0502020202020204" pitchFamily="34" charset="0"/>
              </a:rPr>
              <a:t>PARTE 2 de 3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330432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92C8D8-7DD0-CCBC-6AFE-627C31EEF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4085"/>
            <a:ext cx="10515600" cy="4782878"/>
          </a:xfrm>
        </p:spPr>
        <p:txBody>
          <a:bodyPr anchor="ctr">
            <a:normAutofit/>
          </a:bodyPr>
          <a:lstStyle/>
          <a:p>
            <a:pPr marL="0" marR="0" lvl="0" indent="0" algn="just" rtl="0">
              <a:buNone/>
            </a:pPr>
            <a:r>
              <a:rPr lang="es-ES" sz="36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EL PERITO Y EL SISTEMA BINARIO: La Prueba Digital en el Proceso Mexicano (Parte II)</a:t>
            </a:r>
          </a:p>
          <a:p>
            <a:pPr marL="0" marR="0" lvl="0" indent="0" algn="just" rtl="0">
              <a:buNone/>
            </a:pPr>
            <a:endParaRPr lang="es-ES" sz="3600" b="0" i="0" u="none" strike="noStrike" kern="100" baseline="0" dirty="0">
              <a:solidFill>
                <a:srgbClr val="0F4761"/>
              </a:solidFill>
              <a:latin typeface="Century Gothic" panose="020B0502020202020204" pitchFamily="34" charset="0"/>
            </a:endParaRPr>
          </a:p>
          <a:p>
            <a:pPr marL="457200" marR="0" lvl="1" indent="0" algn="just" rtl="0">
              <a:buNone/>
            </a:pPr>
            <a:r>
              <a:rPr lang="es-ES" sz="36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De la Base Informática (Binario) a la Ley Procesal (Juicio Oral)</a:t>
            </a:r>
          </a:p>
        </p:txBody>
      </p:sp>
    </p:spTree>
    <p:extLst>
      <p:ext uri="{BB962C8B-B14F-4D97-AF65-F5344CB8AC3E}">
        <p14:creationId xmlns:p14="http://schemas.microsoft.com/office/powerpoint/2010/main" val="457502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538475-5E1C-C954-357D-F9136BA59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MX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7. SISTEMA BINARIO INFORMÁTICO: LA BASE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9E22FF-3103-8975-4115-CBEEC7847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4715" y="1825625"/>
            <a:ext cx="11227633" cy="4351338"/>
          </a:xfrm>
        </p:spPr>
        <p:txBody>
          <a:bodyPr anchor="ctr">
            <a:normAutofit fontScale="92500" lnSpcReduction="20000"/>
          </a:bodyPr>
          <a:lstStyle/>
          <a:p>
            <a:pPr marL="0" marR="0" lvl="0" indent="0" rtl="0">
              <a:buNone/>
            </a:pPr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SISTEMA BINARIO: LA GRAMÁTICA DE LA EVIDENCIA</a:t>
            </a:r>
          </a:p>
          <a:p>
            <a:pPr marL="0" marR="0" lvl="0" indent="0" algn="just" rtl="0">
              <a:buNone/>
            </a:pPr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Definición: 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El sistema fundamental de la informática, compuesto únicamente por dos elementos: cero (0) y uno (1).</a:t>
            </a:r>
          </a:p>
          <a:p>
            <a:pPr marL="0" marR="0" lvl="0" indent="0" algn="just" rtl="0">
              <a:buNone/>
            </a:pPr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Concepto Clave: 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Toda la evidencia digital se reduce a una secuencia de estos dígitos. Es el lenguaje que el perito debe traducir al juzgador.</a:t>
            </a:r>
          </a:p>
          <a:p>
            <a:pPr marL="0" marR="0" lvl="0" indent="0" algn="just" rtl="0">
              <a:buNone/>
            </a:pPr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Relevancia Forense: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La alteración o borrado de un archivo implica la modificación de su secuencia binaria. El perito recupera archivos buscando estos patrones de 0s y 1s.</a:t>
            </a:r>
          </a:p>
          <a:p>
            <a:pPr marL="0" marR="0" lvl="0" indent="0" algn="just" rtl="0">
              <a:buNone/>
            </a:pPr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Analogía: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Es la Materia Prima de la Prueba Digital. Si el binario es corrupto, toda la prueba es inútil.</a:t>
            </a:r>
          </a:p>
          <a:p>
            <a:pPr marL="0" marR="0" lvl="0" indent="0" algn="just" rtl="0">
              <a:buNone/>
            </a:pPr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Vínculo (Informática Jurídica): 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La comprensión de la base binaria es vital para entender la fragilidad de la prueba y la necesidad de la Cadena de Custodia.</a:t>
            </a:r>
          </a:p>
        </p:txBody>
      </p:sp>
    </p:spTree>
    <p:extLst>
      <p:ext uri="{BB962C8B-B14F-4D97-AF65-F5344CB8AC3E}">
        <p14:creationId xmlns:p14="http://schemas.microsoft.com/office/powerpoint/2010/main" val="3675382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09BF67-07D9-96BD-B378-6660DAE68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8. EL INTERNET EN LA JUSTICIA: CIBERESPACIO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CE2BBF-60BE-B509-36BB-DAD0B5495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 fontScale="85000" lnSpcReduction="10000"/>
          </a:bodyPr>
          <a:lstStyle/>
          <a:p>
            <a:pPr marL="0" marR="0" lvl="0" indent="0" algn="just" rtl="0">
              <a:buNone/>
            </a:pPr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EL INTERNET: ESCENARIO DE LOS HECHOS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Definición:</a:t>
            </a:r>
            <a:r>
              <a:rPr lang="es-ES" kern="100" dirty="0">
                <a:solidFill>
                  <a:srgbClr val="0F4761"/>
                </a:solidFill>
                <a:latin typeface="Century Gothic" panose="020B0502020202020204" pitchFamily="34" charset="0"/>
              </a:rPr>
              <a:t> 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El ciberespacio es la red global de interconexión de sistemas informáticos, donde ocurren la mayoría de los delitos digitales.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Reto de la Jurisdicción:</a:t>
            </a:r>
            <a:r>
              <a:rPr lang="es-ES" kern="100" dirty="0">
                <a:solidFill>
                  <a:srgbClr val="0F4761"/>
                </a:solidFill>
                <a:latin typeface="Century Gothic" panose="020B0502020202020204" pitchFamily="34" charset="0"/>
              </a:rPr>
              <a:t> 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La evidencia no se localiza en un punto geográfico único. La evidencia del delito cometido en México puede residir en un servidor en el extranjero.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La Dirección IP:</a:t>
            </a:r>
            <a:r>
              <a:rPr lang="es-ES" kern="100" dirty="0">
                <a:solidFill>
                  <a:srgbClr val="0F4761"/>
                </a:solidFill>
                <a:latin typeface="Century Gothic" panose="020B0502020202020204" pitchFamily="34" charset="0"/>
              </a:rPr>
              <a:t> 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Es la "matrícula" del dispositivo en la red. El perito la utiliza para rastrear la fuente de la comunicación o el ataque.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Diferencia Clave:</a:t>
            </a:r>
            <a:r>
              <a:rPr lang="es-ES" kern="100" dirty="0">
                <a:solidFill>
                  <a:srgbClr val="0F4761"/>
                </a:solidFill>
                <a:latin typeface="Century Gothic" panose="020B0502020202020204" pitchFamily="34" charset="0"/>
              </a:rPr>
              <a:t> 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Internet: La infraestructura física y lógica. Ciberespacio: El ambiente social y de interacción donde se desarrollan las actividades.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Vínculo (Derecho Internacional):</a:t>
            </a:r>
            <a:r>
              <a:rPr lang="es-ES" kern="100" dirty="0">
                <a:solidFill>
                  <a:srgbClr val="0F4761"/>
                </a:solidFill>
                <a:latin typeface="Century Gothic" panose="020B0502020202020204" pitchFamily="34" charset="0"/>
              </a:rPr>
              <a:t> 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El perito se enfrenta a la necesidad de cooperación internacional para obtener datos que están fuera de la jurisdicción mexicana.</a:t>
            </a:r>
          </a:p>
        </p:txBody>
      </p:sp>
    </p:spTree>
    <p:extLst>
      <p:ext uri="{BB962C8B-B14F-4D97-AF65-F5344CB8AC3E}">
        <p14:creationId xmlns:p14="http://schemas.microsoft.com/office/powerpoint/2010/main" val="2103424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26A63B-6C1C-4084-0EE7-19885ED33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9. LOS DELITOS INFORMÁTICOS EN EL CÓDIGO PENAL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E1F2F8-F62E-9CBA-9802-EEF191155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marR="0" lvl="0" indent="0" rtl="0">
              <a:buNone/>
            </a:pPr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DELITOS INFORMÁTICOS: REGULACIÓN EN MÉXICO 🇲🇽</a:t>
            </a:r>
          </a:p>
          <a:p>
            <a:pPr marR="0" lvl="1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Clasificación Legal: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Delitos tipificados en el Código Penal Federal (CPF), generalmente agrupados en el Título IX, o dispersos en otras leyes específicas.</a:t>
            </a:r>
          </a:p>
          <a:p>
            <a:pPr marR="0" lvl="1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Acciones Típicas: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Acceso Ilegal: Penetrar un sistema o red sin autorización. Daño Informático: Destrucción, alteración o borrado de información. Uso Indebido de Medios: Robo de identidad o fraude a través de sistemas.</a:t>
            </a:r>
          </a:p>
          <a:p>
            <a:pPr marR="0" lvl="1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Elemento Subjetivo: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El dolo (intención de causar el daño o beneficio) debe demostrarse a través de la secuencia de acciones binarias y logs recuperados por el perito.</a:t>
            </a:r>
          </a:p>
          <a:p>
            <a:pPr marR="0" lvl="1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Relevancia del Perito: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Sin el dictamen pericial que demuestre la acción técnica, el tipo penal no puede acreditarse.</a:t>
            </a:r>
          </a:p>
        </p:txBody>
      </p:sp>
    </p:spTree>
    <p:extLst>
      <p:ext uri="{BB962C8B-B14F-4D97-AF65-F5344CB8AC3E}">
        <p14:creationId xmlns:p14="http://schemas.microsoft.com/office/powerpoint/2010/main" val="949635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A9E84E-3F86-82FD-678A-46FBBF4BF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10. LA LEY Y LA INFORMÁTICA JURÍDICA (Parte I: Principios)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D08680-6655-6CAA-30B0-F83A04980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 fontScale="92500" lnSpcReduction="20000"/>
          </a:bodyPr>
          <a:lstStyle/>
          <a:p>
            <a:pPr marR="0" lvl="0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PRINCIPIOS CLAVE DEL PROCESO (Parte I)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Foco: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La legislación procesal dicta cómo se valora y usa la prueba digital en el juicio.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Principio de Legalidad: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La prueba debe ser obtenida y ofrecida conforme a la ley (CNPP). Si el perito viola el proceso de recolección, la prueba es ilícita.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Principio de Contradicción: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Permite a las partes (a través de sus peritos) impugnar y debatir el dictamen, la metodología y los resultados de la evidencia digital presentada por la contraparte.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La Regla de Exclusión: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El Juez debe excluir toda prueba digital obtenida con violación a derechos fundamentales (p. ej., sin el Control Judicial Previo para comunicaciones privadas).</a:t>
            </a:r>
          </a:p>
        </p:txBody>
      </p:sp>
    </p:spTree>
    <p:extLst>
      <p:ext uri="{BB962C8B-B14F-4D97-AF65-F5344CB8AC3E}">
        <p14:creationId xmlns:p14="http://schemas.microsoft.com/office/powerpoint/2010/main" val="1270529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5F2C92-D0C4-98AF-9393-555718774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10. LA LEY Y LA INFORMÁTICA JURÍDICA (Parte II: El Dictamen)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0F6531-18E7-4F7D-238D-0FBF53E23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 fontScale="92500" lnSpcReduction="10000"/>
          </a:bodyPr>
          <a:lstStyle/>
          <a:p>
            <a:pPr marR="0" lvl="0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EL DICTAMEN PERICIAL COMO EXPRESIÓN DE LEY (Parte II)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Naturaleza del Dictamen: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Es un medio de prueba, no una sentencia. El perito ilustra al juzgador con conocimientos científicos que este no posee.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Requisitos Formales: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El dictamen debe ser: Claro, preciso, fundado, motivado y contener la metodología forense empleada.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Valoración Judicial: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El Juez no está obligado a seguir las conclusiones del perito, pero debe realizar una valoración racional de la prueba (sana crítica), ponderando la solidez de la metodología científica utilizada.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Impacto de la Tecnología: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El Juez debe esforzarse en entender la técnica forense para su valoración, no basarse solo en la autoridad del perito.</a:t>
            </a:r>
          </a:p>
        </p:txBody>
      </p:sp>
    </p:spTree>
    <p:extLst>
      <p:ext uri="{BB962C8B-B14F-4D97-AF65-F5344CB8AC3E}">
        <p14:creationId xmlns:p14="http://schemas.microsoft.com/office/powerpoint/2010/main" val="1536890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874A5A-2397-5562-28AF-BD2A9ECB8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10. LA LEY Y LA INFORMÁTICA JURÍDICA (Parte III: Autenticidad)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434CCF-C523-94EB-8706-C33F743F1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 fontScale="85000" lnSpcReduction="10000"/>
          </a:bodyPr>
          <a:lstStyle/>
          <a:p>
            <a:pPr marL="0" marR="0" lvl="0" indent="0" algn="just" rtl="0">
              <a:buNone/>
            </a:pPr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AUTENTICIDAD Y FUENTE: ¿ES QUIEN DICE SER? (Parte III)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Diferencia Clave: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Integridad: La prueba no ha sido alterada. Autenticidad: La prueba proviene de la fuente alegada (el dispositivo o usuario correcto).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Rol del Perito: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Demostrar la autenticidad es crucial en mensajería y redes sociales. Implica validar la identidad del emisor y la fecha/hora de la comunicación.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Mecanismos de Autenticación: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Análisis de metadatos de geolocalización, cabeceras de correo electrónico (</a:t>
            </a:r>
            <a:r>
              <a:rPr lang="es-ES" b="0" i="1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email </a:t>
            </a:r>
            <a:r>
              <a:rPr lang="es-ES" b="0" i="1" u="none" strike="noStrike" kern="100" baseline="0" dirty="0" err="1">
                <a:solidFill>
                  <a:srgbClr val="0F4761"/>
                </a:solidFill>
                <a:latin typeface="Century Gothic" panose="020B0502020202020204" pitchFamily="34" charset="0"/>
              </a:rPr>
              <a:t>headers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), y la vinculación de la dirección IP.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Reto de la Suplantación: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La defensa puede alegar suplantación. El perito debe ofrecer evidencias técnicas que superen esa duda (p. ej., patrón de uso, archivos asociados).</a:t>
            </a:r>
          </a:p>
        </p:txBody>
      </p:sp>
    </p:spTree>
    <p:extLst>
      <p:ext uri="{BB962C8B-B14F-4D97-AF65-F5344CB8AC3E}">
        <p14:creationId xmlns:p14="http://schemas.microsoft.com/office/powerpoint/2010/main" val="575023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7D6788-5C8C-5A0F-C95F-9D1693261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algn="ctr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10. LA LEY Y LA INFORMÁTICA JURÍDICA (Parte IV: Oralidad)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0F51241-DD85-62F5-C5F0-A699C0FF4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 fontScale="85000" lnSpcReduction="10000"/>
          </a:bodyPr>
          <a:lstStyle/>
          <a:p>
            <a:pPr marL="0" marR="0" lvl="0" indent="0" algn="just" rtl="0">
              <a:buNone/>
            </a:pPr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EL PERITO EN EL JUICIO ORAL: LA DIDÁCTICA FORENSE (Parte IV)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Naturaleza del Juicio: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	El dictamen pericial cobra vida al ser expuesto y debatido oralmente en la audiencia.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Desafío del Perito:</a:t>
            </a:r>
            <a:r>
              <a:rPr lang="es-ES" kern="100" dirty="0">
                <a:solidFill>
                  <a:srgbClr val="0F4761"/>
                </a:solidFill>
                <a:latin typeface="Century Gothic" panose="020B0502020202020204" pitchFamily="34" charset="0"/>
              </a:rPr>
              <a:t> 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Traducir conceptos técnicos complejos (algoritmos, hash, logs) a un lenguaje claro y comprensible para el Juez y el Tribunal de Enjuiciamiento.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Uso de Medios Gráficos: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El perito debe apoyarse en gráficas y videos (presentaciones) que ilustren el proceso y las conclusiones. Ejemplo: Demostrar visualmente la cronología del ataque.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El Contrainterrogatorio: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El perito debe estar preparado para la controversia. La solidez de su dictamen se mide en su capacidad para defender su metodología.</a:t>
            </a:r>
          </a:p>
        </p:txBody>
      </p:sp>
    </p:spTree>
    <p:extLst>
      <p:ext uri="{BB962C8B-B14F-4D97-AF65-F5344CB8AC3E}">
        <p14:creationId xmlns:p14="http://schemas.microsoft.com/office/powerpoint/2010/main" val="725975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5C8CA-EA82-D76B-ECF6-5E28D9494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algn="ctr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10. LA LEY Y LA INFORMÁTICA JURÍDICA (Parte V: Nuevas Evidencias)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A8792D-3341-85E9-AF63-4682AF648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 fontScale="92500" lnSpcReduction="20000"/>
          </a:bodyPr>
          <a:lstStyle/>
          <a:p>
            <a:pPr marL="0" marR="0" lvl="0" indent="0" algn="just" rtl="0">
              <a:buNone/>
            </a:pPr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RETO TECNOLÓGICO: LAS NUEVAS FUENTES DE PRUEBA (Parte V)</a:t>
            </a:r>
          </a:p>
          <a:p>
            <a:pPr marR="0" lvl="1" algn="just" rtl="0"/>
            <a:r>
              <a:rPr lang="es-ES" b="1" i="0" u="none" strike="noStrike" kern="100" baseline="0" dirty="0" err="1">
                <a:solidFill>
                  <a:srgbClr val="0F4761"/>
                </a:solidFill>
                <a:latin typeface="Century Gothic" panose="020B0502020202020204" pitchFamily="34" charset="0"/>
              </a:rPr>
              <a:t>IoT</a:t>
            </a:r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y Big Data: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La masiva cantidad de datos de dispositivos conectados (relojes, casas inteligentes) obliga a definir nuevas técnicas de recolección y límites a la privacidad.</a:t>
            </a:r>
          </a:p>
          <a:p>
            <a:pPr marR="0" lvl="1" algn="just" rtl="0"/>
            <a:r>
              <a:rPr lang="es-ES" b="1" i="0" u="none" strike="noStrike" kern="100" baseline="0" dirty="0" err="1">
                <a:solidFill>
                  <a:srgbClr val="0F4761"/>
                </a:solidFill>
                <a:latin typeface="Century Gothic" panose="020B0502020202020204" pitchFamily="34" charset="0"/>
              </a:rPr>
              <a:t>Blockchain</a:t>
            </a:r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y Criptografía: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Reto para el perito en la identificación de la autoría en transacciones </a:t>
            </a:r>
            <a:r>
              <a:rPr lang="es-ES" b="0" i="0" u="none" strike="noStrike" kern="100" baseline="0" dirty="0" err="1">
                <a:solidFill>
                  <a:srgbClr val="0F4761"/>
                </a:solidFill>
                <a:latin typeface="Century Gothic" panose="020B0502020202020204" pitchFamily="34" charset="0"/>
              </a:rPr>
              <a:t>pseudo-anónimas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y la valoración de la inmutabilidad de los registros.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Inteligencia Artificial: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La prueba generada por IA requiere protocolos para validar su origen y evitar manipulación profunda (</a:t>
            </a:r>
            <a:r>
              <a:rPr lang="es-ES" b="0" i="1" u="none" strike="noStrike" kern="100" baseline="0" dirty="0" err="1">
                <a:solidFill>
                  <a:srgbClr val="0F4761"/>
                </a:solidFill>
                <a:latin typeface="Century Gothic" panose="020B0502020202020204" pitchFamily="34" charset="0"/>
              </a:rPr>
              <a:t>deepfakes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).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Conclusión: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La ley debe ser flexible (Neutralidad Tecnológica) para abarcar estas formas emergentes de evidencia.</a:t>
            </a:r>
          </a:p>
        </p:txBody>
      </p:sp>
    </p:spTree>
    <p:extLst>
      <p:ext uri="{BB962C8B-B14F-4D97-AF65-F5344CB8AC3E}">
        <p14:creationId xmlns:p14="http://schemas.microsoft.com/office/powerpoint/2010/main" val="2892808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711A9-A11F-2A57-1AB7-4FDA1D92A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10. LA LEY Y LA INFORMÁTICA JURÍDICA (Parte VI: Regulación)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4579C1-AFAA-999A-5A24-4C5138F50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 fontScale="92500" lnSpcReduction="20000"/>
          </a:bodyPr>
          <a:lstStyle/>
          <a:p>
            <a:pPr marL="0" marR="0" lvl="0" indent="0" algn="just" rtl="0">
              <a:buNone/>
            </a:pPr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REGULACIÓN: RETOS POSTERIORES A LA ORALIDAD (Parte VI)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Foco: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Necesidad de regulación continua ante la velocidad de la tecnología.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Regulación Especializada: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Urge la creación de protocolos forenses oficiales y actualizados para los diferentes tipos de evidencia digital en México, más allá del CNPP.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Consenso Científico: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El Poder Judicial debe fomentar el intercambio con la comunidad científica para validar qué metodologías son admisibles en el foro judicial.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Transición Legal: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La ley procesal debe pasar de una mera aceptación de la prueba digital a una regulación proactiva de sus métodos de obtención y valoración.</a:t>
            </a:r>
          </a:p>
        </p:txBody>
      </p:sp>
    </p:spTree>
    <p:extLst>
      <p:ext uri="{BB962C8B-B14F-4D97-AF65-F5344CB8AC3E}">
        <p14:creationId xmlns:p14="http://schemas.microsoft.com/office/powerpoint/2010/main" val="2829066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1A8D90-8498-DCDF-CDAD-957ECC1AC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Resumen de la Parte II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8981D5C-7494-191A-5181-14FB579E1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marL="0" marR="0" lvl="0" indent="0" algn="just" rtl="0">
              <a:buNone/>
            </a:pPr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SÍNTESIS: LA PRUEBA DIGITAL COMO PUENTE LEGAL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Punto 1 (Técnico)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: La base binaria es el fundamento técnico; su correcta interpretación y preservación es la clave de la evidencia.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Punto 2 (Sustantivo): 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El perito es esencial para demostrar el elemento doloso en los delitos informáticos, rastreando las acciones en el ciberespacio.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Punto 3 (Procesal):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La legalidad, autenticidad y oralidad son los tres filtros que debe superar el dictamen pericial en el juicio mexicano para tener valor probatorio.</a:t>
            </a:r>
          </a:p>
        </p:txBody>
      </p:sp>
    </p:spTree>
    <p:extLst>
      <p:ext uri="{BB962C8B-B14F-4D97-AF65-F5344CB8AC3E}">
        <p14:creationId xmlns:p14="http://schemas.microsoft.com/office/powerpoint/2010/main" val="352720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FD5261-DB2A-12A6-9FF2-1A3A54710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Llamada a la Acción Final 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633BB5-D6DA-18DA-59A7-4EA1EC6D3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marL="0" marR="0" lvl="0" indent="0" algn="just" rtl="0">
              <a:buNone/>
            </a:pPr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EL JURISTA MODERNO: MÁS ALLÁ DEL CÓDIGO PENAL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Reto: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El Derecho Informático no es una rama aislada; es el entorno en el que se aplica todo el Derecho.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Mensaje a los Alumnos: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El dominio de la prueba digital y el rol del perito es el distintivo del abogado competente en el Siglo XXI.</a:t>
            </a:r>
          </a:p>
          <a:p>
            <a:pPr marR="0" lvl="1" algn="just" rtl="0"/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Próximo Paso: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Estudio y análisis crítico de los Protocolos de Actuación Forense Digitales Mexicanos vigentes.</a:t>
            </a:r>
          </a:p>
        </p:txBody>
      </p:sp>
    </p:spTree>
    <p:extLst>
      <p:ext uri="{BB962C8B-B14F-4D97-AF65-F5344CB8AC3E}">
        <p14:creationId xmlns:p14="http://schemas.microsoft.com/office/powerpoint/2010/main" val="3057904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633BB5-D6DA-18DA-59A7-4EA1EC6D3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0" marR="0" lvl="0" indent="0" algn="ctr" rtl="0">
              <a:buNone/>
            </a:pPr>
            <a:r>
              <a:rPr lang="es-ES" sz="720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REFLEXIONES</a:t>
            </a:r>
          </a:p>
        </p:txBody>
      </p:sp>
    </p:spTree>
    <p:extLst>
      <p:ext uri="{BB962C8B-B14F-4D97-AF65-F5344CB8AC3E}">
        <p14:creationId xmlns:p14="http://schemas.microsoft.com/office/powerpoint/2010/main" val="4189213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B7141-4620-C5A1-E176-53B0DEA10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625667"/>
          </a:xfrm>
        </p:spPr>
        <p:txBody>
          <a:bodyPr/>
          <a:lstStyle/>
          <a:p>
            <a:r>
              <a:rPr lang="es-MX" dirty="0">
                <a:latin typeface="Century Gothic" panose="020B0502020202020204" pitchFamily="34" charset="0"/>
              </a:rPr>
              <a:t>REFLEXIÓN 1 DE 6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A2683F-63A5-7859-F162-DCFD86E23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9626" y="1379095"/>
            <a:ext cx="10972799" cy="4860388"/>
          </a:xfrm>
        </p:spPr>
        <p:txBody>
          <a:bodyPr anchor="ctr">
            <a:normAutofit lnSpcReduction="10000"/>
          </a:bodyPr>
          <a:lstStyle/>
          <a:p>
            <a:pPr marL="0" indent="0" algn="just">
              <a:buNone/>
            </a:pPr>
            <a:r>
              <a:rPr lang="es-ES" dirty="0">
                <a:latin typeface="Century Gothic" panose="020B0502020202020204" pitchFamily="34" charset="0"/>
              </a:rPr>
              <a:t>Reflexión sobre la Base Binaria y la Prueba.</a:t>
            </a:r>
          </a:p>
          <a:p>
            <a:pPr marL="0" indent="0" algn="just">
              <a:buNone/>
            </a:pPr>
            <a:r>
              <a:rPr lang="es-MX" dirty="0">
                <a:latin typeface="Century Gothic" panose="020B0502020202020204" pitchFamily="34" charset="0"/>
              </a:rPr>
              <a:t>El Sistema Binario (0 Y 1) </a:t>
            </a:r>
            <a:r>
              <a:rPr lang="es-ES" dirty="0">
                <a:latin typeface="Century Gothic" panose="020B0502020202020204" pitchFamily="34" charset="0"/>
              </a:rPr>
              <a:t>define la naturaleza técnica de la prueba digital, y cualquier fallo en su recolección no es un simple error de forma, sino una contaminación de la materia prima que anula el resultado final.</a:t>
            </a:r>
          </a:p>
          <a:p>
            <a:pPr marL="0" indent="0" algn="just">
              <a:buNone/>
            </a:pPr>
            <a:r>
              <a:rPr lang="es-ES" dirty="0">
                <a:latin typeface="Century Gothic" panose="020B0502020202020204" pitchFamily="34" charset="0"/>
              </a:rPr>
              <a:t>Ejemplo (Numeral 7): Un perito de la Fiscalía realiza una copia de un disco duro sin utilizar un bloqueador de escritura </a:t>
            </a:r>
            <a:r>
              <a:rPr lang="es-ES" i="1" dirty="0" err="1">
                <a:latin typeface="Century Gothic" panose="020B0502020202020204" pitchFamily="34" charset="0"/>
              </a:rPr>
              <a:t>write-blocker</a:t>
            </a:r>
            <a:r>
              <a:rPr lang="es-ES" dirty="0">
                <a:latin typeface="Century Gothic" panose="020B0502020202020204" pitchFamily="34" charset="0"/>
              </a:rPr>
              <a:t>. Al montar el disco para la copia, el sistema operativo automáticamente escribe algunos </a:t>
            </a:r>
            <a:r>
              <a:rPr lang="es-ES" i="1" dirty="0">
                <a:latin typeface="Century Gothic" panose="020B0502020202020204" pitchFamily="34" charset="0"/>
              </a:rPr>
              <a:t>bits </a:t>
            </a:r>
            <a:r>
              <a:rPr lang="es-ES" dirty="0">
                <a:latin typeface="Century Gothic" panose="020B0502020202020204" pitchFamily="34" charset="0"/>
              </a:rPr>
              <a:t>(cambia un 0 por un 1)</a:t>
            </a:r>
            <a:r>
              <a:rPr lang="es-ES" i="1" dirty="0">
                <a:latin typeface="Century Gothic" panose="020B0502020202020204" pitchFamily="34" charset="0"/>
              </a:rPr>
              <a:t> </a:t>
            </a:r>
            <a:r>
              <a:rPr lang="es-ES" dirty="0">
                <a:latin typeface="Century Gothic" panose="020B0502020202020204" pitchFamily="34" charset="0"/>
              </a:rPr>
              <a:t>en el archivo de acceso (ej. el archivo </a:t>
            </a:r>
            <a:r>
              <a:rPr lang="es-ES" i="1" dirty="0" err="1">
                <a:latin typeface="Century Gothic" panose="020B0502020202020204" pitchFamily="34" charset="0"/>
              </a:rPr>
              <a:t>journaling</a:t>
            </a:r>
            <a:r>
              <a:rPr lang="es-ES" dirty="0">
                <a:latin typeface="Century Gothic" panose="020B0502020202020204" pitchFamily="34" charset="0"/>
              </a:rPr>
              <a:t> o el último acceso). La defensa demuestra que el </a:t>
            </a:r>
            <a:r>
              <a:rPr lang="es-ES" i="1" dirty="0">
                <a:latin typeface="Century Gothic" panose="020B0502020202020204" pitchFamily="34" charset="0"/>
              </a:rPr>
              <a:t>hash</a:t>
            </a:r>
            <a:r>
              <a:rPr lang="es-ES" dirty="0">
                <a:latin typeface="Century Gothic" panose="020B0502020202020204" pitchFamily="34" charset="0"/>
              </a:rPr>
              <a:t> original no coincide con el </a:t>
            </a:r>
            <a:r>
              <a:rPr lang="es-ES" i="1" dirty="0">
                <a:latin typeface="Century Gothic" panose="020B0502020202020204" pitchFamily="34" charset="0"/>
              </a:rPr>
              <a:t>hash</a:t>
            </a:r>
            <a:r>
              <a:rPr lang="es-ES" dirty="0">
                <a:latin typeface="Century Gothic" panose="020B0502020202020204" pitchFamily="34" charset="0"/>
              </a:rPr>
              <a:t> de la copia. Consecuencia: El Juez excluye la evidencia, argumentando que la contaminación binaria generada por el propio perito viola la Integridad, independientemente de lo que contenga la prueba.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956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B7141-4620-C5A1-E176-53B0DEA10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790558"/>
          </a:xfrm>
        </p:spPr>
        <p:txBody>
          <a:bodyPr/>
          <a:lstStyle/>
          <a:p>
            <a:r>
              <a:rPr lang="es-MX" dirty="0">
                <a:latin typeface="Century Gothic" panose="020B0502020202020204" pitchFamily="34" charset="0"/>
              </a:rPr>
              <a:t>REFLEXIÓN 2 DE 6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A2683F-63A5-7859-F162-DCFD86E23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75" y="1409076"/>
            <a:ext cx="10364452" cy="4830405"/>
          </a:xfrm>
        </p:spPr>
        <p:txBody>
          <a:bodyPr anchor="ctr">
            <a:normAutofit fontScale="92500" lnSpcReduction="10000"/>
          </a:bodyPr>
          <a:lstStyle/>
          <a:p>
            <a:pPr marL="0" indent="0" algn="just">
              <a:buNone/>
            </a:pPr>
            <a:r>
              <a:rPr lang="es-ES" dirty="0">
                <a:latin typeface="Century Gothic" panose="020B0502020202020204" pitchFamily="34" charset="0"/>
              </a:rPr>
              <a:t>Reflexión sobre la Jurisdicción y la Soberanía</a:t>
            </a:r>
          </a:p>
          <a:p>
            <a:pPr marL="0" indent="0" algn="just">
              <a:buNone/>
            </a:pPr>
            <a:r>
              <a:rPr lang="es-ES" dirty="0">
                <a:latin typeface="Century Gothic" panose="020B0502020202020204" pitchFamily="34" charset="0"/>
              </a:rPr>
              <a:t>La </a:t>
            </a:r>
            <a:r>
              <a:rPr lang="es-ES" dirty="0" err="1">
                <a:latin typeface="Century Gothic" panose="020B0502020202020204" pitchFamily="34" charset="0"/>
              </a:rPr>
              <a:t>transnacionalidad</a:t>
            </a:r>
            <a:r>
              <a:rPr lang="es-ES" dirty="0">
                <a:latin typeface="Century Gothic" panose="020B0502020202020204" pitchFamily="34" charset="0"/>
              </a:rPr>
              <a:t> de la evidencia en el ciberespacio desafía directamente la soberanía judicial de México. El perito es la primera línea que obliga a aplicar el Derecho Internacional y los tratados de cooperación.</a:t>
            </a:r>
          </a:p>
          <a:p>
            <a:pPr marL="0" indent="0" algn="just">
              <a:buNone/>
            </a:pPr>
            <a:r>
              <a:rPr lang="es-ES" dirty="0">
                <a:latin typeface="Century Gothic" panose="020B0502020202020204" pitchFamily="34" charset="0"/>
              </a:rPr>
              <a:t>Ejemplo (Numeral 8):</a:t>
            </a:r>
          </a:p>
          <a:p>
            <a:pPr marL="0" indent="0" algn="just">
              <a:buNone/>
            </a:pPr>
            <a:r>
              <a:rPr lang="es-ES" dirty="0">
                <a:latin typeface="Century Gothic" panose="020B0502020202020204" pitchFamily="34" charset="0"/>
              </a:rPr>
              <a:t>En un caso de extorsión (</a:t>
            </a:r>
            <a:r>
              <a:rPr lang="es-ES" i="1" dirty="0">
                <a:latin typeface="Century Gothic" panose="020B0502020202020204" pitchFamily="34" charset="0"/>
              </a:rPr>
              <a:t>phishing</a:t>
            </a:r>
            <a:r>
              <a:rPr lang="es-ES" dirty="0">
                <a:latin typeface="Century Gothic" panose="020B0502020202020204" pitchFamily="34" charset="0"/>
              </a:rPr>
              <a:t>), la Dirección IP de origen se rastrea a un servidor en un país europeo, y las conversaciones clave están alojadas en los servidores de Google (</a:t>
            </a:r>
            <a:r>
              <a:rPr lang="es-ES" i="1" dirty="0" err="1">
                <a:latin typeface="Century Gothic" panose="020B0502020202020204" pitchFamily="34" charset="0"/>
              </a:rPr>
              <a:t>cloud</a:t>
            </a:r>
            <a:r>
              <a:rPr lang="es-ES" dirty="0">
                <a:latin typeface="Century Gothic" panose="020B0502020202020204" pitchFamily="34" charset="0"/>
              </a:rPr>
              <a:t>). El Ministerio Público (a través del perito) debe iniciar un proceso de asistencia jurídica internacional (vía rogatoria o canales de G2G). Si el perito intenta acceder a esa información directamente sin el conducto legal internacional, la prueba obtenida será declarada ilícita en México, pues se violó la soberanía y el debido proceso.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535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B7141-4620-C5A1-E176-53B0DEA10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790558"/>
          </a:xfrm>
        </p:spPr>
        <p:txBody>
          <a:bodyPr/>
          <a:lstStyle/>
          <a:p>
            <a:r>
              <a:rPr lang="es-MX" dirty="0">
                <a:latin typeface="Century Gothic" panose="020B0502020202020204" pitchFamily="34" charset="0"/>
              </a:rPr>
              <a:t>REFLEXIÓN 3 DE 6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A2683F-63A5-7859-F162-DCFD86E23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75" y="1528997"/>
            <a:ext cx="10364452" cy="4262203"/>
          </a:xfrm>
        </p:spPr>
        <p:txBody>
          <a:bodyPr anchor="ctr">
            <a:normAutofit fontScale="92500"/>
          </a:bodyPr>
          <a:lstStyle/>
          <a:p>
            <a:pPr marL="0" indent="0" algn="just">
              <a:buNone/>
            </a:pPr>
            <a:r>
              <a:rPr lang="es-ES" dirty="0">
                <a:latin typeface="Century Gothic" panose="020B0502020202020204" pitchFamily="34" charset="0"/>
              </a:rPr>
              <a:t>Reflexión sobre el Dolo y la Tipificación Penal</a:t>
            </a:r>
          </a:p>
          <a:p>
            <a:pPr marL="0" indent="0" algn="just">
              <a:buNone/>
            </a:pPr>
            <a:r>
              <a:rPr lang="es-ES" dirty="0">
                <a:latin typeface="Century Gothic" panose="020B0502020202020204" pitchFamily="34" charset="0"/>
              </a:rPr>
              <a:t>En los Delitos Informáticos (Numeral 9), la demostración del elemento subjetivo (dolo) recae casi exclusivamente en la capacidad del perito para traducir las acciones técnicas del imputado, no solo su resultado.</a:t>
            </a:r>
          </a:p>
          <a:p>
            <a:pPr marL="0" indent="0" algn="just">
              <a:buNone/>
            </a:pPr>
            <a:r>
              <a:rPr lang="es-ES" dirty="0">
                <a:latin typeface="Century Gothic" panose="020B0502020202020204" pitchFamily="34" charset="0"/>
              </a:rPr>
              <a:t>Ejemplo Sustancioso (Numeral 9): En un caso de Daño Informático (borrado de una base de datos), el perito no solo prueba que se borró la base, sino que recupera los </a:t>
            </a:r>
            <a:r>
              <a:rPr lang="es-ES" i="1" dirty="0">
                <a:latin typeface="Century Gothic" panose="020B0502020202020204" pitchFamily="34" charset="0"/>
              </a:rPr>
              <a:t>logs</a:t>
            </a:r>
            <a:r>
              <a:rPr lang="es-ES" dirty="0">
                <a:latin typeface="Century Gothic" panose="020B0502020202020204" pitchFamily="34" charset="0"/>
              </a:rPr>
              <a:t> que muestran que el imputado buscó y utilizó un comando SQL específico (drope table) y usó un software de </a:t>
            </a:r>
            <a:r>
              <a:rPr lang="es-ES" dirty="0" err="1">
                <a:latin typeface="Century Gothic" panose="020B0502020202020204" pitchFamily="34" charset="0"/>
              </a:rPr>
              <a:t>anonimización</a:t>
            </a:r>
            <a:r>
              <a:rPr lang="es-ES" dirty="0">
                <a:latin typeface="Century Gothic" panose="020B0502020202020204" pitchFamily="34" charset="0"/>
              </a:rPr>
              <a:t>. Esto demuestra que la acción fue deliberada, técnica y con pleno conocimiento, acreditando así el dolo más allá de la simple negligencia.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060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B7141-4620-C5A1-E176-53B0DEA10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730598"/>
          </a:xfrm>
        </p:spPr>
        <p:txBody>
          <a:bodyPr/>
          <a:lstStyle/>
          <a:p>
            <a:r>
              <a:rPr lang="es-MX" dirty="0">
                <a:latin typeface="Century Gothic" panose="020B0502020202020204" pitchFamily="34" charset="0"/>
              </a:rPr>
              <a:t>REFLEXIÓN 4 DE 6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A2683F-63A5-7859-F162-DCFD86E23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597" y="1349116"/>
            <a:ext cx="10972800" cy="4890365"/>
          </a:xfrm>
        </p:spPr>
        <p:txBody>
          <a:bodyPr anchor="ctr">
            <a:normAutofit lnSpcReduction="10000"/>
          </a:bodyPr>
          <a:lstStyle/>
          <a:p>
            <a:pPr algn="just"/>
            <a:r>
              <a:rPr lang="es-ES" dirty="0">
                <a:latin typeface="Century Gothic" panose="020B0502020202020204" pitchFamily="34" charset="0"/>
              </a:rPr>
              <a:t>reflexión sobre la Oralidad y la Transparencia</a:t>
            </a:r>
          </a:p>
          <a:p>
            <a:pPr algn="just"/>
            <a:r>
              <a:rPr lang="es-ES" dirty="0">
                <a:latin typeface="Century Gothic" panose="020B0502020202020204" pitchFamily="34" charset="0"/>
              </a:rPr>
              <a:t>La Oralidad en el Juicio (Numeral 10, Parte IV) obliga al perito a ser un "traductor didáctico" y transparente. El perito fracasa si el Juez, a pesar de la evidencia, no entiende la metodología científica.</a:t>
            </a:r>
          </a:p>
          <a:p>
            <a:pPr algn="just"/>
            <a:r>
              <a:rPr lang="es-ES" dirty="0">
                <a:latin typeface="Century Gothic" panose="020B0502020202020204" pitchFamily="34" charset="0"/>
              </a:rPr>
              <a:t>Ejemplo Sustancioso (Numeral 10, Parte IV): Durante el contrainterrogatorio, el perito oficial presenta un análisis de </a:t>
            </a:r>
            <a:r>
              <a:rPr lang="es-ES" dirty="0" err="1">
                <a:latin typeface="Century Gothic" panose="020B0502020202020204" pitchFamily="34" charset="0"/>
              </a:rPr>
              <a:t>blockchain</a:t>
            </a:r>
            <a:r>
              <a:rPr lang="es-ES" dirty="0">
                <a:latin typeface="Century Gothic" panose="020B0502020202020204" pitchFamily="34" charset="0"/>
              </a:rPr>
              <a:t> en un caso de fraude con criptomonedas. El abogado defensor (con base en la meta-pericia) le pregunta si explicó la tasa de confirmación de bloques y el principio de inmutabilidad de manera que el Juez legamente pueda entender la fiabilidad. Si el perito se limita a responder con jerga técnica o evade la explicación simple, su dictamen podría ser valorado con menor peso por el Tribunal bajo el principio de la sana crítica (valoración racional).</a:t>
            </a:r>
          </a:p>
        </p:txBody>
      </p:sp>
    </p:spTree>
    <p:extLst>
      <p:ext uri="{BB962C8B-B14F-4D97-AF65-F5344CB8AC3E}">
        <p14:creationId xmlns:p14="http://schemas.microsoft.com/office/powerpoint/2010/main" val="3856826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B7141-4620-C5A1-E176-53B0DEA10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760578"/>
          </a:xfrm>
        </p:spPr>
        <p:txBody>
          <a:bodyPr/>
          <a:lstStyle/>
          <a:p>
            <a:r>
              <a:rPr lang="es-MX" dirty="0">
                <a:latin typeface="Century Gothic" panose="020B0502020202020204" pitchFamily="34" charset="0"/>
              </a:rPr>
              <a:t>REFLEXIÓN 5 DE 6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A2683F-63A5-7859-F162-DCFD86E23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75" y="1274165"/>
            <a:ext cx="10364452" cy="5186596"/>
          </a:xfrm>
        </p:spPr>
        <p:txBody>
          <a:bodyPr anchor="ctr"/>
          <a:lstStyle/>
          <a:p>
            <a:pPr algn="just"/>
            <a:r>
              <a:rPr lang="es-ES" b="1" dirty="0">
                <a:latin typeface="Century Gothic" panose="020B0502020202020204" pitchFamily="34" charset="0"/>
              </a:rPr>
              <a:t>Reflexión sobre Autenticidad vs. Integridad</a:t>
            </a:r>
          </a:p>
          <a:p>
            <a:pPr algn="just"/>
            <a:r>
              <a:rPr lang="es-ES" dirty="0">
                <a:latin typeface="Century Gothic" panose="020B0502020202020204" pitchFamily="34" charset="0"/>
              </a:rPr>
              <a:t>La </a:t>
            </a:r>
            <a:r>
              <a:rPr lang="es-ES" b="1" dirty="0">
                <a:latin typeface="Century Gothic" panose="020B0502020202020204" pitchFamily="34" charset="0"/>
              </a:rPr>
              <a:t>Autenticidad</a:t>
            </a:r>
            <a:r>
              <a:rPr lang="es-ES" dirty="0">
                <a:latin typeface="Century Gothic" panose="020B0502020202020204" pitchFamily="34" charset="0"/>
              </a:rPr>
              <a:t> es el reto procesal más complejo en la era de los </a:t>
            </a:r>
            <a:r>
              <a:rPr lang="es-ES" i="1" dirty="0" err="1">
                <a:latin typeface="Century Gothic" panose="020B0502020202020204" pitchFamily="34" charset="0"/>
              </a:rPr>
              <a:t>deepfakes</a:t>
            </a:r>
            <a:r>
              <a:rPr lang="es-ES" dirty="0">
                <a:latin typeface="Century Gothic" panose="020B0502020202020204" pitchFamily="34" charset="0"/>
              </a:rPr>
              <a:t> y la suplantación. La </a:t>
            </a:r>
            <a:r>
              <a:rPr lang="es-ES" b="1" dirty="0">
                <a:latin typeface="Century Gothic" panose="020B0502020202020204" pitchFamily="34" charset="0"/>
              </a:rPr>
              <a:t>Integridad</a:t>
            </a:r>
            <a:r>
              <a:rPr lang="es-ES" dirty="0">
                <a:latin typeface="Century Gothic" panose="020B0502020202020204" pitchFamily="34" charset="0"/>
              </a:rPr>
              <a:t> se demuestra con el </a:t>
            </a:r>
            <a:r>
              <a:rPr lang="es-ES" i="1" dirty="0">
                <a:latin typeface="Century Gothic" panose="020B0502020202020204" pitchFamily="34" charset="0"/>
              </a:rPr>
              <a:t>hash</a:t>
            </a:r>
            <a:r>
              <a:rPr lang="es-ES" dirty="0">
                <a:latin typeface="Century Gothic" panose="020B0502020202020204" pitchFamily="34" charset="0"/>
              </a:rPr>
              <a:t>; la </a:t>
            </a:r>
            <a:r>
              <a:rPr lang="es-ES" b="1" dirty="0">
                <a:latin typeface="Century Gothic" panose="020B0502020202020204" pitchFamily="34" charset="0"/>
              </a:rPr>
              <a:t>Autenticidad</a:t>
            </a:r>
            <a:r>
              <a:rPr lang="es-ES" dirty="0">
                <a:latin typeface="Century Gothic" panose="020B0502020202020204" pitchFamily="34" charset="0"/>
              </a:rPr>
              <a:t> se demuestra con una </a:t>
            </a:r>
            <a:r>
              <a:rPr lang="es-ES" b="1" dirty="0">
                <a:latin typeface="Century Gothic" panose="020B0502020202020204" pitchFamily="34" charset="0"/>
              </a:rPr>
              <a:t>cadena de metadatos fiables</a:t>
            </a:r>
            <a:r>
              <a:rPr lang="es-ES" dirty="0">
                <a:latin typeface="Century Gothic" panose="020B0502020202020204" pitchFamily="34" charset="0"/>
              </a:rPr>
              <a:t>.</a:t>
            </a:r>
          </a:p>
          <a:p>
            <a:pPr marL="0" indent="0" algn="just">
              <a:buNone/>
            </a:pPr>
            <a:r>
              <a:rPr lang="es-ES" dirty="0">
                <a:latin typeface="Century Gothic" panose="020B0502020202020204" pitchFamily="34" charset="0"/>
              </a:rPr>
              <a:t>Ejemplo Sustancioso (Numeral 10, Parte III): Una víctima presenta una conversación de WhatsApp como prueba de extorsión. La defensa alega que la captura de pantalla es falsa o que la identidad fue suplantada. El perito de la Fiscalía, para demostrar la Autenticidad, debe ir más allá de la captura: debe extraer del teléfono el mensaje de datos original, validar el </a:t>
            </a:r>
            <a:r>
              <a:rPr lang="es-ES" dirty="0" err="1">
                <a:latin typeface="Century Gothic" panose="020B0502020202020204" pitchFamily="34" charset="0"/>
              </a:rPr>
              <a:t>timestamp</a:t>
            </a:r>
            <a:r>
              <a:rPr lang="es-ES" dirty="0">
                <a:latin typeface="Century Gothic" panose="020B0502020202020204" pitchFamily="34" charset="0"/>
              </a:rPr>
              <a:t> del servidor de WhatsApp (si es posible) y contrastarlo con los metadatos de uso y ubicación del teléfono. Solo la coincidencia de esta cadena de metadatos vincula de forma auténtica el mensaje al emisor real.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12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B7141-4620-C5A1-E176-53B0DEA10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820539"/>
          </a:xfrm>
        </p:spPr>
        <p:txBody>
          <a:bodyPr/>
          <a:lstStyle/>
          <a:p>
            <a:r>
              <a:rPr lang="es-MX" dirty="0">
                <a:latin typeface="Century Gothic" panose="020B0502020202020204" pitchFamily="34" charset="0"/>
              </a:rPr>
              <a:t>REFLEXIÓN 6 DE 6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A2683F-63A5-7859-F162-DCFD86E23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75" y="1439057"/>
            <a:ext cx="10364452" cy="5036694"/>
          </a:xfrm>
        </p:spPr>
        <p:txBody>
          <a:bodyPr anchor="ctr">
            <a:normAutofit lnSpcReduction="10000"/>
          </a:bodyPr>
          <a:lstStyle/>
          <a:p>
            <a:pPr marL="0" indent="0" algn="just">
              <a:buNone/>
            </a:pPr>
            <a:r>
              <a:rPr lang="es-ES" dirty="0">
                <a:latin typeface="Century Gothic" panose="020B0502020202020204" pitchFamily="34" charset="0"/>
              </a:rPr>
              <a:t>La Inteligencia Artificial (Numeral 10, Parte V)</a:t>
            </a:r>
          </a:p>
          <a:p>
            <a:pPr marL="0" indent="0" algn="just">
              <a:buNone/>
            </a:pPr>
            <a:r>
              <a:rPr lang="es-ES" dirty="0">
                <a:latin typeface="Century Gothic" panose="020B0502020202020204" pitchFamily="34" charset="0"/>
              </a:rPr>
              <a:t> no solo genera evidencia (ej. </a:t>
            </a:r>
            <a:r>
              <a:rPr lang="es-ES" dirty="0" err="1">
                <a:latin typeface="Century Gothic" panose="020B0502020202020204" pitchFamily="34" charset="0"/>
              </a:rPr>
              <a:t>deepfakes</a:t>
            </a:r>
            <a:r>
              <a:rPr lang="es-ES" dirty="0">
                <a:latin typeface="Century Gothic" panose="020B0502020202020204" pitchFamily="34" charset="0"/>
              </a:rPr>
              <a:t>), sino que también se convierte en una herramienta pericial (ej. análisis predictivo). Esto exige que México cree protocolos que regulen la validación y certificación de los software periciales basados en IA.</a:t>
            </a:r>
          </a:p>
          <a:p>
            <a:pPr marL="0" indent="0" algn="just">
              <a:buNone/>
            </a:pPr>
            <a:r>
              <a:rPr lang="es-ES" dirty="0">
                <a:latin typeface="Century Gothic" panose="020B0502020202020204" pitchFamily="34" charset="0"/>
              </a:rPr>
              <a:t>Ejemplo (Numeral 10, Parte V): En un caso complejo de Big Data (ej. análisis de millones de transacciones), la Fiscalía utiliza una herramienta de IA para identificar patrones de fraude. La defensa exige saber: 1) ¿Quién desarrolló el algoritmo? 2) ¿Con qué datos fue entrenado el algoritmo (sesgo)? 3) ¿Cómo puede el perito humano replicar o auditar la decisión de la IA? Si el perito no puede documentar la trazabilidad y auditabilidad de la herramienta, el Juez puede rechazar el resultado de la IA, basándose en la falta de transparencia del método científico.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006521"/>
      </p:ext>
    </p:extLst>
  </p:cSld>
  <p:clrMapOvr>
    <a:masterClrMapping/>
  </p:clrMapOvr>
</p:sld>
</file>

<file path=ppt/theme/theme1.xml><?xml version="1.0" encoding="utf-8"?>
<a:theme xmlns:a="http://schemas.openxmlformats.org/drawingml/2006/main" name="Gota">
  <a:themeElements>
    <a:clrScheme name="Gota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Got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Gota</Template>
  <TotalTime>59</TotalTime>
  <Words>2428</Words>
  <Application>Microsoft Office PowerPoint</Application>
  <PresentationFormat>Panorámica</PresentationFormat>
  <Paragraphs>101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Century Gothic</vt:lpstr>
      <vt:lpstr>Tw Cen MT</vt:lpstr>
      <vt:lpstr>Gota</vt:lpstr>
      <vt:lpstr>El Universo Digital en el Proceso Penal Mexicano (Parte 2 de 3)</vt:lpstr>
      <vt:lpstr>Presentación de PowerPoint</vt:lpstr>
      <vt:lpstr>7. SISTEMA BINARIO INFORMÁTICO: LA BASE</vt:lpstr>
      <vt:lpstr>8. EL INTERNET EN LA JUSTICIA: CIBERESPACIO</vt:lpstr>
      <vt:lpstr>9. LOS DELITOS INFORMÁTICOS EN EL CÓDIGO PENAL</vt:lpstr>
      <vt:lpstr>10. LA LEY Y LA INFORMÁTICA JURÍDICA (Parte I: Principios)</vt:lpstr>
      <vt:lpstr>10. LA LEY Y LA INFORMÁTICA JURÍDICA (Parte II: El Dictamen)</vt:lpstr>
      <vt:lpstr>10. LA LEY Y LA INFORMÁTICA JURÍDICA (Parte III: Autenticidad)</vt:lpstr>
      <vt:lpstr>10. LA LEY Y LA INFORMÁTICA JURÍDICA (Parte IV: Oralidad)</vt:lpstr>
      <vt:lpstr>10. LA LEY Y LA INFORMÁTICA JURÍDICA (Parte V: Nuevas Evidencias)</vt:lpstr>
      <vt:lpstr>10. LA LEY Y LA INFORMÁTICA JURÍDICA (Parte VI: Regulación)</vt:lpstr>
      <vt:lpstr>Resumen de la Parte II</vt:lpstr>
      <vt:lpstr>Llamada a la Acción Final </vt:lpstr>
      <vt:lpstr>Presentación de PowerPoint</vt:lpstr>
      <vt:lpstr>REFLEXIÓN 1 DE 6</vt:lpstr>
      <vt:lpstr>REFLEXIÓN 2 DE 6</vt:lpstr>
      <vt:lpstr>REFLEXIÓN 3 DE 6</vt:lpstr>
      <vt:lpstr>REFLEXIÓN 4 DE 6</vt:lpstr>
      <vt:lpstr>REFLEXIÓN 5 DE 6</vt:lpstr>
      <vt:lpstr>REFLEXIÓN 6 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Universo Digital en el Proceso Penal Mexicano (Parte 2)</dc:title>
  <dc:creator>GERARDO ROBERTO ARAGÓN GONZÁLEZ</dc:creator>
  <cp:lastModifiedBy>GERARDO ROBERTO ARAGÓN GONZÁLEZ</cp:lastModifiedBy>
  <cp:revision>1</cp:revision>
  <dcterms:created xsi:type="dcterms:W3CDTF">2025-10-22T02:51:33Z</dcterms:created>
  <dcterms:modified xsi:type="dcterms:W3CDTF">2025-10-22T23:40:14Z</dcterms:modified>
</cp:coreProperties>
</file>